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66" r:id="rId5"/>
    <p:sldId id="268" r:id="rId6"/>
    <p:sldId id="267" r:id="rId7"/>
    <p:sldId id="264" r:id="rId8"/>
    <p:sldId id="265" r:id="rId9"/>
    <p:sldId id="269" r:id="rId10"/>
    <p:sldId id="270" r:id="rId11"/>
    <p:sldId id="271"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8E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991" autoAdjust="0"/>
  </p:normalViewPr>
  <p:slideViewPr>
    <p:cSldViewPr snapToGrid="0">
      <p:cViewPr varScale="1">
        <p:scale>
          <a:sx n="95" d="100"/>
          <a:sy n="95" d="100"/>
        </p:scale>
        <p:origin x="1194" y="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2EB3A6-08F9-4620-96BB-0C59FDA563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D717414-ECF7-48A5-9775-6A5AD38BEC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5E7C94-16A4-4054-B652-7DD2A812D30D}" type="datetimeFigureOut">
              <a:rPr lang="en-US" smtClean="0"/>
              <a:t>7/9/2025</a:t>
            </a:fld>
            <a:endParaRPr lang="en-US" dirty="0"/>
          </a:p>
        </p:txBody>
      </p:sp>
      <p:sp>
        <p:nvSpPr>
          <p:cNvPr id="4" name="Footer Placeholder 3">
            <a:extLst>
              <a:ext uri="{FF2B5EF4-FFF2-40B4-BE49-F238E27FC236}">
                <a16:creationId xmlns:a16="http://schemas.microsoft.com/office/drawing/2014/main" id="{6CACCEB4-8612-47D3-8652-8C9DFFA35D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B3FDD38-4641-4FC3-8E55-8E63F15635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8AF883-18B4-4A93-BDB7-2847AFC7C0AB}" type="slidenum">
              <a:rPr lang="en-US" smtClean="0"/>
              <a:t>‹#›</a:t>
            </a:fld>
            <a:endParaRPr lang="en-US" dirty="0"/>
          </a:p>
        </p:txBody>
      </p:sp>
    </p:spTree>
    <p:extLst>
      <p:ext uri="{BB962C8B-B14F-4D97-AF65-F5344CB8AC3E}">
        <p14:creationId xmlns:p14="http://schemas.microsoft.com/office/powerpoint/2010/main" val="40862356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5T22:32:14.191"/>
    </inkml:context>
    <inkml:brush xml:id="br0">
      <inkml:brushProperty name="width" value="0.05" units="cm"/>
      <inkml:brushProperty name="height" value="0.05" units="cm"/>
    </inkml:brush>
  </inkml:definitions>
  <inkml:trace contextRef="#ctx0" brushRef="#br0">1 27 10533,'0'-26'-2273,"0"26"-2401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A5ED17-416B-4083-A6B3-B23D2AC2171C}" type="datetimeFigureOut">
              <a:rPr lang="en-US" smtClean="0"/>
              <a:t>7/9/2025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3F9531-3326-4057-9EBA-1F5D68C6F04A}" type="slidenum">
              <a:rPr lang="en-US" smtClean="0"/>
              <a:t>‹#›</a:t>
            </a:fld>
            <a:endParaRPr lang="en-US" dirty="0"/>
          </a:p>
        </p:txBody>
      </p:sp>
    </p:spTree>
    <p:extLst>
      <p:ext uri="{BB962C8B-B14F-4D97-AF65-F5344CB8AC3E}">
        <p14:creationId xmlns:p14="http://schemas.microsoft.com/office/powerpoint/2010/main" val="2830256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43F9531-3326-4057-9EBA-1F5D68C6F04A}" type="slidenum">
              <a:rPr lang="en-US" smtClean="0"/>
              <a:t>1</a:t>
            </a:fld>
            <a:endParaRPr lang="en-US" dirty="0"/>
          </a:p>
        </p:txBody>
      </p:sp>
    </p:spTree>
    <p:extLst>
      <p:ext uri="{BB962C8B-B14F-4D97-AF65-F5344CB8AC3E}">
        <p14:creationId xmlns:p14="http://schemas.microsoft.com/office/powerpoint/2010/main" val="2032407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F9531-3326-4057-9EBA-1F5D68C6F04A}" type="slidenum">
              <a:rPr lang="en-US" smtClean="0"/>
              <a:t>3</a:t>
            </a:fld>
            <a:endParaRPr lang="en-US" dirty="0"/>
          </a:p>
        </p:txBody>
      </p:sp>
    </p:spTree>
    <p:extLst>
      <p:ext uri="{BB962C8B-B14F-4D97-AF65-F5344CB8AC3E}">
        <p14:creationId xmlns:p14="http://schemas.microsoft.com/office/powerpoint/2010/main" val="3146693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3F9531-3326-4057-9EBA-1F5D68C6F04A}" type="slidenum">
              <a:rPr lang="en-US" smtClean="0"/>
              <a:t>9</a:t>
            </a:fld>
            <a:endParaRPr lang="en-US" dirty="0"/>
          </a:p>
        </p:txBody>
      </p:sp>
    </p:spTree>
    <p:extLst>
      <p:ext uri="{BB962C8B-B14F-4D97-AF65-F5344CB8AC3E}">
        <p14:creationId xmlns:p14="http://schemas.microsoft.com/office/powerpoint/2010/main" val="1258005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0" y="1"/>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BD312742-FF8F-405A-9B03-FA3BE36135F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blipFill>
            <a:blip r:embed="rId3"/>
            <a:stretch>
              <a:fillRect/>
            </a:stretch>
          </a:blipFill>
        </p:spPr>
      </p:pic>
      <p:cxnSp>
        <p:nvCxnSpPr>
          <p:cNvPr id="12" name="Straight Connector 11">
            <a:extLst>
              <a:ext uri="{FF2B5EF4-FFF2-40B4-BE49-F238E27FC236}">
                <a16:creationId xmlns:a16="http://schemas.microsoft.com/office/drawing/2014/main" id="{DE6CBEFB-EC04-49F8-8F48-F1917A4878D8}"/>
              </a:ext>
              <a:ext uri="{C183D7F6-B498-43B3-948B-1728B52AA6E4}">
                <adec:decorative xmlns:adec="http://schemas.microsoft.com/office/drawing/2017/decorative" val="1"/>
              </a:ext>
            </a:extLst>
          </p:cNvPr>
          <p:cNvCxnSpPr>
            <a:cxnSpLocks/>
          </p:cNvCxnSpPr>
          <p:nvPr userDrawn="1"/>
        </p:nvCxnSpPr>
        <p:spPr>
          <a:xfrm>
            <a:off x="264688" y="3087962"/>
            <a:ext cx="3710924" cy="0"/>
          </a:xfrm>
          <a:prstGeom prst="line">
            <a:avLst/>
          </a:prstGeom>
          <a:ln>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2FAAAC-FBB6-8F4A-030F-19D18391A8F9}"/>
              </a:ext>
            </a:extLst>
          </p:cNvPr>
          <p:cNvSpPr>
            <a:spLocks noGrp="1"/>
          </p:cNvSpPr>
          <p:nvPr>
            <p:ph type="title" hasCustomPrompt="1"/>
          </p:nvPr>
        </p:nvSpPr>
        <p:spPr>
          <a:xfrm>
            <a:off x="264687" y="1757763"/>
            <a:ext cx="3869565" cy="1325563"/>
          </a:xfrm>
        </p:spPr>
        <p:txBody>
          <a:bodyPr anchor="b">
            <a:normAutofit/>
          </a:bodyPr>
          <a:lstStyle>
            <a:lvl1pPr>
              <a:defRPr sz="2600" cap="all" baseline="0">
                <a:solidFill>
                  <a:schemeClr val="accent5">
                    <a:lumMod val="60000"/>
                    <a:lumOff val="40000"/>
                  </a:schemeClr>
                </a:solidFill>
              </a:defRPr>
            </a:lvl1pPr>
          </a:lstStyle>
          <a:p>
            <a:r>
              <a:rPr lang="en-US" dirty="0"/>
              <a:t>Click to add title</a:t>
            </a:r>
          </a:p>
        </p:txBody>
      </p:sp>
      <p:sp>
        <p:nvSpPr>
          <p:cNvPr id="6" name="Text Placeholder 5">
            <a:extLst>
              <a:ext uri="{FF2B5EF4-FFF2-40B4-BE49-F238E27FC236}">
                <a16:creationId xmlns:a16="http://schemas.microsoft.com/office/drawing/2014/main" id="{C311E625-1490-4C4A-B412-A646D14EFB3D}"/>
              </a:ext>
            </a:extLst>
          </p:cNvPr>
          <p:cNvSpPr>
            <a:spLocks noGrp="1"/>
          </p:cNvSpPr>
          <p:nvPr>
            <p:ph type="body" sz="quarter" idx="11" hasCustomPrompt="1"/>
          </p:nvPr>
        </p:nvSpPr>
        <p:spPr>
          <a:xfrm>
            <a:off x="265113" y="3249336"/>
            <a:ext cx="3869565" cy="3119582"/>
          </a:xfrm>
        </p:spPr>
        <p:txBody>
          <a:bodyPr>
            <a:normAutofit/>
          </a:bodyPr>
          <a:lstStyle>
            <a:lvl1pPr marL="0" indent="0">
              <a:lnSpc>
                <a:spcPct val="100000"/>
              </a:lnSpc>
              <a:spcBef>
                <a:spcPts val="1200"/>
              </a:spcBef>
              <a:buNone/>
              <a:defRPr sz="1300">
                <a:solidFill>
                  <a:schemeClr val="bg1"/>
                </a:solidFill>
                <a:latin typeface="+mn-lt"/>
                <a:cs typeface="Segoe UI Light" panose="020B0502040204020203" pitchFamily="34" charset="0"/>
              </a:defRPr>
            </a:lvl1pPr>
            <a:lvl2pPr>
              <a:defRPr sz="1600">
                <a:solidFill>
                  <a:schemeClr val="accent5">
                    <a:lumMod val="60000"/>
                    <a:lumOff val="40000"/>
                  </a:schemeClr>
                </a:solidFill>
                <a:latin typeface="Segoe UI Light" panose="020B0502040204020203" pitchFamily="34" charset="0"/>
                <a:cs typeface="Segoe UI Light" panose="020B0502040204020203" pitchFamily="34" charset="0"/>
              </a:defRPr>
            </a:lvl2pPr>
            <a:lvl3pPr>
              <a:defRPr sz="1600">
                <a:solidFill>
                  <a:schemeClr val="accent5">
                    <a:lumMod val="60000"/>
                    <a:lumOff val="40000"/>
                  </a:schemeClr>
                </a:solidFill>
                <a:latin typeface="Segoe UI Light" panose="020B0502040204020203" pitchFamily="34" charset="0"/>
                <a:cs typeface="Segoe UI Light" panose="020B0502040204020203" pitchFamily="34" charset="0"/>
              </a:defRPr>
            </a:lvl3pPr>
            <a:lvl4pPr>
              <a:defRPr sz="1600">
                <a:solidFill>
                  <a:schemeClr val="accent5">
                    <a:lumMod val="60000"/>
                    <a:lumOff val="40000"/>
                  </a:schemeClr>
                </a:solidFill>
                <a:latin typeface="Segoe UI Light" panose="020B0502040204020203" pitchFamily="34" charset="0"/>
                <a:cs typeface="Segoe UI Light" panose="020B0502040204020203" pitchFamily="34" charset="0"/>
              </a:defRPr>
            </a:lvl4pPr>
            <a:lvl5pPr marL="1828800" indent="0">
              <a:buNone/>
              <a:defRPr sz="1600">
                <a:solidFill>
                  <a:schemeClr val="accent5">
                    <a:lumMod val="60000"/>
                    <a:lumOff val="40000"/>
                  </a:schemeClr>
                </a:solidFill>
                <a:latin typeface="Segoe UI Light" panose="020B0502040204020203" pitchFamily="34" charset="0"/>
                <a:cs typeface="Segoe UI Light" panose="020B0502040204020203" pitchFamily="34" charset="0"/>
              </a:defRPr>
            </a:lvl5pPr>
          </a:lstStyle>
          <a:p>
            <a:pPr lvl="0"/>
            <a:r>
              <a:rPr lang="en-US" dirty="0"/>
              <a:t>Click to add text</a:t>
            </a:r>
          </a:p>
        </p:txBody>
      </p:sp>
      <p:sp>
        <p:nvSpPr>
          <p:cNvPr id="3" name="Content Placeholder 2">
            <a:extLst>
              <a:ext uri="{FF2B5EF4-FFF2-40B4-BE49-F238E27FC236}">
                <a16:creationId xmlns:a16="http://schemas.microsoft.com/office/drawing/2014/main" id="{56C99CAA-A7DB-4CAA-AF35-1334EC3BE7E7}"/>
              </a:ext>
            </a:extLst>
          </p:cNvPr>
          <p:cNvSpPr>
            <a:spLocks noGrp="1"/>
          </p:cNvSpPr>
          <p:nvPr>
            <p:ph sz="quarter" idx="12" hasCustomPrompt="1"/>
          </p:nvPr>
        </p:nvSpPr>
        <p:spPr>
          <a:xfrm>
            <a:off x="4313239" y="-1"/>
            <a:ext cx="7878762" cy="6858001"/>
          </a:xfrm>
        </p:spPr>
        <p:txBody>
          <a:bodyPr anchor="t"/>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a:t>Click to add content</a:t>
            </a:r>
          </a:p>
        </p:txBody>
      </p:sp>
    </p:spTree>
    <p:extLst>
      <p:ext uri="{BB962C8B-B14F-4D97-AF65-F5344CB8AC3E}">
        <p14:creationId xmlns:p14="http://schemas.microsoft.com/office/powerpoint/2010/main" val="1120870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eature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13500" y="0"/>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DFEAF9-3C9A-4305-9782-3EE91C933D8A}"/>
              </a:ext>
            </a:extLst>
          </p:cNvPr>
          <p:cNvSpPr>
            <a:spLocks noGrp="1"/>
          </p:cNvSpPr>
          <p:nvPr>
            <p:ph type="ctrTitle" hasCustomPrompt="1"/>
          </p:nvPr>
        </p:nvSpPr>
        <p:spPr>
          <a:xfrm>
            <a:off x="858078" y="1122363"/>
            <a:ext cx="9144000" cy="495232"/>
          </a:xfrm>
        </p:spPr>
        <p:txBody>
          <a:bodyPr anchor="t">
            <a:normAutofit/>
          </a:bodyPr>
          <a:lstStyle>
            <a:lvl1pPr algn="l">
              <a:defRPr sz="2600" baseline="0">
                <a:solidFill>
                  <a:schemeClr val="accent5">
                    <a:lumMod val="60000"/>
                    <a:lumOff val="40000"/>
                  </a:schemeClr>
                </a:solidFill>
                <a:latin typeface="+mj-lt"/>
                <a:cs typeface="Segoe UI Light" panose="020B0502040204020203" pitchFamily="34" charset="0"/>
              </a:defRPr>
            </a:lvl1pPr>
          </a:lstStyle>
          <a:p>
            <a:r>
              <a:rPr lang="en-US" dirty="0"/>
              <a:t>Click to add title</a:t>
            </a:r>
          </a:p>
        </p:txBody>
      </p:sp>
      <p:sp>
        <p:nvSpPr>
          <p:cNvPr id="3" name="Subtitle 2">
            <a:extLst>
              <a:ext uri="{FF2B5EF4-FFF2-40B4-BE49-F238E27FC236}">
                <a16:creationId xmlns:a16="http://schemas.microsoft.com/office/drawing/2014/main" id="{A3BFFD68-E7DA-43A0-A762-8DE3799F6144}"/>
              </a:ext>
            </a:extLst>
          </p:cNvPr>
          <p:cNvSpPr>
            <a:spLocks noGrp="1"/>
          </p:cNvSpPr>
          <p:nvPr>
            <p:ph type="subTitle" idx="1" hasCustomPrompt="1"/>
          </p:nvPr>
        </p:nvSpPr>
        <p:spPr>
          <a:xfrm>
            <a:off x="858078" y="1714005"/>
            <a:ext cx="3762374" cy="4021205"/>
          </a:xfrm>
        </p:spPr>
        <p:txBody>
          <a:bodyPr>
            <a:normAutofit/>
          </a:bodyPr>
          <a:lstStyle>
            <a:lvl1pPr marL="0" indent="0" algn="l">
              <a:lnSpc>
                <a:spcPct val="150000"/>
              </a:lnSpc>
              <a:buNone/>
              <a:defRPr sz="1300">
                <a:solidFill>
                  <a:schemeClr val="bg1"/>
                </a:solidFill>
                <a:latin typeface="+mn-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5" name="Content Placeholder 4">
            <a:extLst>
              <a:ext uri="{FF2B5EF4-FFF2-40B4-BE49-F238E27FC236}">
                <a16:creationId xmlns:a16="http://schemas.microsoft.com/office/drawing/2014/main" id="{839E3AC2-C313-4622-BEB7-E061BBC002FE}"/>
              </a:ext>
            </a:extLst>
          </p:cNvPr>
          <p:cNvSpPr>
            <a:spLocks noGrp="1"/>
          </p:cNvSpPr>
          <p:nvPr>
            <p:ph sz="quarter" idx="10" hasCustomPrompt="1"/>
          </p:nvPr>
        </p:nvSpPr>
        <p:spPr>
          <a:xfrm>
            <a:off x="4241801" y="1"/>
            <a:ext cx="7950200" cy="6858000"/>
          </a:xfrm>
        </p:spPr>
        <p:txBody>
          <a:bodyPr anchor="t"/>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a:t>Click to add content</a:t>
            </a:r>
          </a:p>
        </p:txBody>
      </p:sp>
    </p:spTree>
    <p:extLst>
      <p:ext uri="{BB962C8B-B14F-4D97-AF65-F5344CB8AC3E}">
        <p14:creationId xmlns:p14="http://schemas.microsoft.com/office/powerpoint/2010/main" val="700712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eature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13500" y="0"/>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DFEAF9-3C9A-4305-9782-3EE91C933D8A}"/>
              </a:ext>
            </a:extLst>
          </p:cNvPr>
          <p:cNvSpPr>
            <a:spLocks noGrp="1"/>
          </p:cNvSpPr>
          <p:nvPr>
            <p:ph type="ctrTitle" hasCustomPrompt="1"/>
          </p:nvPr>
        </p:nvSpPr>
        <p:spPr>
          <a:xfrm>
            <a:off x="858078" y="1122363"/>
            <a:ext cx="9144000" cy="495232"/>
          </a:xfrm>
        </p:spPr>
        <p:txBody>
          <a:bodyPr anchor="t">
            <a:normAutofit/>
          </a:bodyPr>
          <a:lstStyle>
            <a:lvl1pPr algn="l">
              <a:defRPr sz="2600" baseline="0">
                <a:solidFill>
                  <a:schemeClr val="accent5">
                    <a:lumMod val="60000"/>
                    <a:lumOff val="40000"/>
                  </a:schemeClr>
                </a:solidFill>
                <a:latin typeface="+mj-lt"/>
                <a:cs typeface="Segoe UI Light" panose="020B0502040204020203" pitchFamily="34" charset="0"/>
              </a:defRPr>
            </a:lvl1pPr>
          </a:lstStyle>
          <a:p>
            <a:r>
              <a:rPr lang="en-US" dirty="0"/>
              <a:t>Click to add title</a:t>
            </a:r>
          </a:p>
        </p:txBody>
      </p:sp>
      <p:sp>
        <p:nvSpPr>
          <p:cNvPr id="5" name="Content Placeholder 4">
            <a:extLst>
              <a:ext uri="{FF2B5EF4-FFF2-40B4-BE49-F238E27FC236}">
                <a16:creationId xmlns:a16="http://schemas.microsoft.com/office/drawing/2014/main" id="{587D0D4D-5033-4F54-A571-DC5A16E04AFE}"/>
              </a:ext>
            </a:extLst>
          </p:cNvPr>
          <p:cNvSpPr>
            <a:spLocks noGrp="1"/>
          </p:cNvSpPr>
          <p:nvPr>
            <p:ph sz="quarter" idx="10" hasCustomPrompt="1"/>
          </p:nvPr>
        </p:nvSpPr>
        <p:spPr>
          <a:xfrm>
            <a:off x="1447800" y="0"/>
            <a:ext cx="10744200" cy="6858000"/>
          </a:xfrm>
        </p:spPr>
        <p:txBody>
          <a:bodyPr anchor="t"/>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a:t>Click to add content</a:t>
            </a:r>
          </a:p>
        </p:txBody>
      </p:sp>
      <p:sp>
        <p:nvSpPr>
          <p:cNvPr id="3" name="Subtitle 2">
            <a:extLst>
              <a:ext uri="{FF2B5EF4-FFF2-40B4-BE49-F238E27FC236}">
                <a16:creationId xmlns:a16="http://schemas.microsoft.com/office/drawing/2014/main" id="{A3BFFD68-E7DA-43A0-A762-8DE3799F6144}"/>
              </a:ext>
            </a:extLst>
          </p:cNvPr>
          <p:cNvSpPr>
            <a:spLocks noGrp="1"/>
          </p:cNvSpPr>
          <p:nvPr>
            <p:ph type="subTitle" idx="1" hasCustomPrompt="1"/>
          </p:nvPr>
        </p:nvSpPr>
        <p:spPr>
          <a:xfrm>
            <a:off x="858078" y="1714005"/>
            <a:ext cx="3762374" cy="4021205"/>
          </a:xfrm>
        </p:spPr>
        <p:txBody>
          <a:bodyPr>
            <a:normAutofit/>
          </a:bodyPr>
          <a:lstStyle>
            <a:lvl1pPr marL="0" indent="0" algn="l">
              <a:lnSpc>
                <a:spcPct val="150000"/>
              </a:lnSpc>
              <a:buNone/>
              <a:defRPr sz="1300">
                <a:solidFill>
                  <a:schemeClr val="bg1"/>
                </a:solidFill>
                <a:latin typeface="+mn-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3552816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eatures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13500" y="0"/>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DFEAF9-3C9A-4305-9782-3EE91C933D8A}"/>
              </a:ext>
            </a:extLst>
          </p:cNvPr>
          <p:cNvSpPr>
            <a:spLocks noGrp="1"/>
          </p:cNvSpPr>
          <p:nvPr>
            <p:ph type="ctrTitle" hasCustomPrompt="1"/>
          </p:nvPr>
        </p:nvSpPr>
        <p:spPr>
          <a:xfrm>
            <a:off x="858078" y="1122363"/>
            <a:ext cx="9144000" cy="495232"/>
          </a:xfrm>
        </p:spPr>
        <p:txBody>
          <a:bodyPr anchor="t">
            <a:normAutofit/>
          </a:bodyPr>
          <a:lstStyle>
            <a:lvl1pPr algn="l">
              <a:defRPr sz="2600">
                <a:solidFill>
                  <a:schemeClr val="accent5">
                    <a:lumMod val="60000"/>
                    <a:lumOff val="40000"/>
                  </a:schemeClr>
                </a:solidFill>
                <a:latin typeface="+mj-lt"/>
                <a:cs typeface="Segoe UI Light" panose="020B0502040204020203" pitchFamily="34" charset="0"/>
              </a:defRPr>
            </a:lvl1pPr>
          </a:lstStyle>
          <a:p>
            <a:r>
              <a:rPr lang="en-US" dirty="0"/>
              <a:t>Click to add title</a:t>
            </a:r>
          </a:p>
        </p:txBody>
      </p:sp>
      <p:sp>
        <p:nvSpPr>
          <p:cNvPr id="3" name="Subtitle 2">
            <a:extLst>
              <a:ext uri="{FF2B5EF4-FFF2-40B4-BE49-F238E27FC236}">
                <a16:creationId xmlns:a16="http://schemas.microsoft.com/office/drawing/2014/main" id="{A3BFFD68-E7DA-43A0-A762-8DE3799F6144}"/>
              </a:ext>
            </a:extLst>
          </p:cNvPr>
          <p:cNvSpPr>
            <a:spLocks noGrp="1"/>
          </p:cNvSpPr>
          <p:nvPr>
            <p:ph type="subTitle" idx="1" hasCustomPrompt="1"/>
          </p:nvPr>
        </p:nvSpPr>
        <p:spPr>
          <a:xfrm>
            <a:off x="858078" y="1714005"/>
            <a:ext cx="3762374" cy="4021205"/>
          </a:xfrm>
        </p:spPr>
        <p:txBody>
          <a:bodyPr>
            <a:normAutofit/>
          </a:bodyPr>
          <a:lstStyle>
            <a:lvl1pPr marL="0" indent="0" algn="l">
              <a:lnSpc>
                <a:spcPct val="150000"/>
              </a:lnSpc>
              <a:buNone/>
              <a:defRPr sz="1300">
                <a:solidFill>
                  <a:schemeClr val="bg1"/>
                </a:solidFill>
                <a:latin typeface="+mn-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5" name="Content Placeholder 4">
            <a:extLst>
              <a:ext uri="{FF2B5EF4-FFF2-40B4-BE49-F238E27FC236}">
                <a16:creationId xmlns:a16="http://schemas.microsoft.com/office/drawing/2014/main" id="{4ED1092B-C226-4B9A-9139-E2E3DD6C06FF}"/>
              </a:ext>
            </a:extLst>
          </p:cNvPr>
          <p:cNvSpPr>
            <a:spLocks noGrp="1"/>
          </p:cNvSpPr>
          <p:nvPr>
            <p:ph sz="quarter" idx="10" hasCustomPrompt="1"/>
          </p:nvPr>
        </p:nvSpPr>
        <p:spPr>
          <a:xfrm>
            <a:off x="3715512" y="0"/>
            <a:ext cx="8476488" cy="6858000"/>
          </a:xfrm>
        </p:spPr>
        <p:txBody>
          <a:bodyPr anchor="t"/>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a:t>Click to add content</a:t>
            </a:r>
          </a:p>
        </p:txBody>
      </p:sp>
      <p:cxnSp>
        <p:nvCxnSpPr>
          <p:cNvPr id="4" name="Straight Connector 3">
            <a:extLst>
              <a:ext uri="{FF2B5EF4-FFF2-40B4-BE49-F238E27FC236}">
                <a16:creationId xmlns:a16="http://schemas.microsoft.com/office/drawing/2014/main" id="{A1D20867-E364-EE5B-CF18-E5F5AFAE4052}"/>
              </a:ext>
              <a:ext uri="{C183D7F6-B498-43B3-948B-1728B52AA6E4}">
                <adec:decorative xmlns:adec="http://schemas.microsoft.com/office/drawing/2017/decorative" val="1"/>
              </a:ext>
            </a:extLst>
          </p:cNvPr>
          <p:cNvCxnSpPr>
            <a:cxnSpLocks/>
          </p:cNvCxnSpPr>
          <p:nvPr userDrawn="1"/>
        </p:nvCxnSpPr>
        <p:spPr>
          <a:xfrm>
            <a:off x="950645" y="1654320"/>
            <a:ext cx="4374230" cy="0"/>
          </a:xfrm>
          <a:prstGeom prst="line">
            <a:avLst/>
          </a:prstGeom>
          <a:ln>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434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47460" y="0"/>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F0238177-DDC2-4FAB-B0FD-73A9AE90CD60}"/>
              </a:ext>
            </a:extLst>
          </p:cNvPr>
          <p:cNvSpPr>
            <a:spLocks noGrp="1"/>
          </p:cNvSpPr>
          <p:nvPr>
            <p:ph sz="quarter" idx="10" hasCustomPrompt="1"/>
          </p:nvPr>
        </p:nvSpPr>
        <p:spPr>
          <a:xfrm>
            <a:off x="990600" y="0"/>
            <a:ext cx="10617200" cy="6858000"/>
          </a:xfrm>
        </p:spPr>
        <p:txBody>
          <a:bodyPr anchor="t"/>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a:t>Click to add content</a:t>
            </a:r>
          </a:p>
        </p:txBody>
      </p:sp>
      <p:sp>
        <p:nvSpPr>
          <p:cNvPr id="2" name="Title 1">
            <a:extLst>
              <a:ext uri="{FF2B5EF4-FFF2-40B4-BE49-F238E27FC236}">
                <a16:creationId xmlns:a16="http://schemas.microsoft.com/office/drawing/2014/main" id="{48DFEAF9-3C9A-4305-9782-3EE91C933D8A}"/>
              </a:ext>
            </a:extLst>
          </p:cNvPr>
          <p:cNvSpPr>
            <a:spLocks noGrp="1"/>
          </p:cNvSpPr>
          <p:nvPr>
            <p:ph type="ctrTitle" hasCustomPrompt="1"/>
          </p:nvPr>
        </p:nvSpPr>
        <p:spPr>
          <a:xfrm>
            <a:off x="1649896" y="1542874"/>
            <a:ext cx="3995530" cy="425074"/>
          </a:xfrm>
        </p:spPr>
        <p:txBody>
          <a:bodyPr anchor="t">
            <a:normAutofit/>
          </a:bodyPr>
          <a:lstStyle>
            <a:lvl1pPr algn="l">
              <a:defRPr sz="2600">
                <a:solidFill>
                  <a:schemeClr val="accent5">
                    <a:lumMod val="60000"/>
                    <a:lumOff val="40000"/>
                  </a:schemeClr>
                </a:solidFill>
                <a:latin typeface="+mj-lt"/>
                <a:cs typeface="Segoe UI Light" panose="020B0502040204020203" pitchFamily="34" charset="0"/>
              </a:defRPr>
            </a:lvl1pPr>
          </a:lstStyle>
          <a:p>
            <a:r>
              <a:rPr lang="en-US" dirty="0"/>
              <a:t>Click to add title</a:t>
            </a:r>
          </a:p>
        </p:txBody>
      </p:sp>
      <p:sp>
        <p:nvSpPr>
          <p:cNvPr id="3" name="Subtitle 2">
            <a:extLst>
              <a:ext uri="{FF2B5EF4-FFF2-40B4-BE49-F238E27FC236}">
                <a16:creationId xmlns:a16="http://schemas.microsoft.com/office/drawing/2014/main" id="{A3BFFD68-E7DA-43A0-A762-8DE3799F6144}"/>
              </a:ext>
            </a:extLst>
          </p:cNvPr>
          <p:cNvSpPr>
            <a:spLocks noGrp="1"/>
          </p:cNvSpPr>
          <p:nvPr>
            <p:ph type="subTitle" idx="1" hasCustomPrompt="1"/>
          </p:nvPr>
        </p:nvSpPr>
        <p:spPr>
          <a:xfrm>
            <a:off x="9929192" y="3528391"/>
            <a:ext cx="2057400" cy="586409"/>
          </a:xfrm>
        </p:spPr>
        <p:txBody>
          <a:bodyPr>
            <a:normAutofit/>
          </a:bodyPr>
          <a:lstStyle>
            <a:lvl1pPr marL="0" indent="0" algn="l">
              <a:lnSpc>
                <a:spcPct val="150000"/>
              </a:lnSpc>
              <a:spcBef>
                <a:spcPts val="1000"/>
              </a:spcBef>
              <a:buNone/>
              <a:defRPr sz="2600" cap="all" baseline="0">
                <a:solidFill>
                  <a:schemeClr val="accent5">
                    <a:lumMod val="60000"/>
                    <a:lumOff val="40000"/>
                  </a:schemeClr>
                </a:solidFill>
                <a:latin typeface="+mj-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add text</a:t>
            </a:r>
          </a:p>
        </p:txBody>
      </p:sp>
    </p:spTree>
    <p:extLst>
      <p:ext uri="{BB962C8B-B14F-4D97-AF65-F5344CB8AC3E}">
        <p14:creationId xmlns:p14="http://schemas.microsoft.com/office/powerpoint/2010/main" val="3160227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0" y="1"/>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884C55E0-4986-474A-BC74-1B4E8A2F7D16}"/>
              </a:ext>
            </a:extLst>
          </p:cNvPr>
          <p:cNvSpPr>
            <a:spLocks noGrp="1"/>
          </p:cNvSpPr>
          <p:nvPr>
            <p:ph type="ctrTitle" hasCustomPrompt="1"/>
          </p:nvPr>
        </p:nvSpPr>
        <p:spPr>
          <a:xfrm>
            <a:off x="963827" y="1921433"/>
            <a:ext cx="9144000" cy="495232"/>
          </a:xfrm>
        </p:spPr>
        <p:txBody>
          <a:bodyPr anchor="t">
            <a:normAutofit/>
          </a:bodyPr>
          <a:lstStyle>
            <a:lvl1pPr algn="l">
              <a:defRPr sz="2600">
                <a:solidFill>
                  <a:srgbClr val="408E93"/>
                </a:solidFill>
                <a:latin typeface="+mj-lt"/>
                <a:cs typeface="Segoe UI Light" panose="020B0502040204020203" pitchFamily="34" charset="0"/>
              </a:defRPr>
            </a:lvl1pPr>
          </a:lstStyle>
          <a:p>
            <a:r>
              <a:rPr lang="en-US" dirty="0"/>
              <a:t>Click to add title</a:t>
            </a:r>
          </a:p>
        </p:txBody>
      </p:sp>
      <p:sp>
        <p:nvSpPr>
          <p:cNvPr id="11" name="Subtitle 2">
            <a:extLst>
              <a:ext uri="{FF2B5EF4-FFF2-40B4-BE49-F238E27FC236}">
                <a16:creationId xmlns:a16="http://schemas.microsoft.com/office/drawing/2014/main" id="{34C0FACC-90E6-4A01-8792-8FA91B7D3E15}"/>
              </a:ext>
            </a:extLst>
          </p:cNvPr>
          <p:cNvSpPr>
            <a:spLocks noGrp="1"/>
          </p:cNvSpPr>
          <p:nvPr>
            <p:ph type="subTitle" idx="1" hasCustomPrompt="1"/>
          </p:nvPr>
        </p:nvSpPr>
        <p:spPr>
          <a:xfrm>
            <a:off x="963827" y="2543436"/>
            <a:ext cx="3760738" cy="4021205"/>
          </a:xfrm>
        </p:spPr>
        <p:txBody>
          <a:bodyPr>
            <a:normAutofit/>
          </a:bodyPr>
          <a:lstStyle>
            <a:lvl1pPr marL="0" indent="0" algn="l">
              <a:lnSpc>
                <a:spcPct val="110000"/>
              </a:lnSpc>
              <a:buNone/>
              <a:defRPr sz="1300">
                <a:solidFill>
                  <a:schemeClr val="bg1"/>
                </a:solidFill>
                <a:latin typeface="+mn-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14" name="Group 13">
            <a:extLst>
              <a:ext uri="{FF2B5EF4-FFF2-40B4-BE49-F238E27FC236}">
                <a16:creationId xmlns:a16="http://schemas.microsoft.com/office/drawing/2014/main" id="{27E37D6D-34CE-4FE3-A6C6-4FC22C72F7A0}"/>
              </a:ext>
              <a:ext uri="{C183D7F6-B498-43B3-948B-1728B52AA6E4}">
                <adec:decorative xmlns:adec="http://schemas.microsoft.com/office/drawing/2017/decorative" val="1"/>
              </a:ext>
            </a:extLst>
          </p:cNvPr>
          <p:cNvGrpSpPr/>
          <p:nvPr userDrawn="1"/>
        </p:nvGrpSpPr>
        <p:grpSpPr>
          <a:xfrm>
            <a:off x="1013641" y="2259110"/>
            <a:ext cx="5513866" cy="276225"/>
            <a:chOff x="1557338" y="1458610"/>
            <a:chExt cx="5513866" cy="276225"/>
          </a:xfrm>
        </p:grpSpPr>
        <p:cxnSp>
          <p:nvCxnSpPr>
            <p:cNvPr id="15" name="Straight Connector 14">
              <a:extLst>
                <a:ext uri="{FF2B5EF4-FFF2-40B4-BE49-F238E27FC236}">
                  <a16:creationId xmlns:a16="http://schemas.microsoft.com/office/drawing/2014/main" id="{71CBDA1B-9FA8-429D-A07D-655D394A1C71}"/>
                </a:ext>
              </a:extLst>
            </p:cNvPr>
            <p:cNvCxnSpPr/>
            <p:nvPr/>
          </p:nvCxnSpPr>
          <p:spPr>
            <a:xfrm>
              <a:off x="1557338" y="1589020"/>
              <a:ext cx="5362574" cy="0"/>
            </a:xfrm>
            <a:prstGeom prst="line">
              <a:avLst/>
            </a:prstGeom>
            <a:ln>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5FBA15E-A7E6-483D-9298-EC007237A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4979" y="1458610"/>
              <a:ext cx="276225" cy="276225"/>
            </a:xfrm>
            <a:prstGeom prst="rect">
              <a:avLst/>
            </a:prstGeom>
          </p:spPr>
        </p:pic>
      </p:grpSp>
    </p:spTree>
    <p:extLst>
      <p:ext uri="{BB962C8B-B14F-4D97-AF65-F5344CB8AC3E}">
        <p14:creationId xmlns:p14="http://schemas.microsoft.com/office/powerpoint/2010/main" val="48692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and Tex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BF408C-A3FE-427A-BCAC-49F0BEAE4F3E}"/>
              </a:ext>
              <a:ext uri="{C183D7F6-B498-43B3-948B-1728B52AA6E4}">
                <adec:decorative xmlns:adec="http://schemas.microsoft.com/office/drawing/2017/decorative" val="1"/>
              </a:ext>
            </a:extLst>
          </p:cNvPr>
          <p:cNvSpPr/>
          <p:nvPr userDrawn="1"/>
        </p:nvSpPr>
        <p:spPr>
          <a:xfrm>
            <a:off x="0" y="1"/>
            <a:ext cx="12192000" cy="6858000"/>
          </a:xfrm>
          <a:prstGeom prst="rect">
            <a:avLst/>
          </a:prstGeom>
          <a:gradFill flip="none" rotWithShape="1">
            <a:gsLst>
              <a:gs pos="49000">
                <a:schemeClr val="tx1">
                  <a:alpha val="0"/>
                </a:schemeClr>
              </a:gs>
              <a:gs pos="100000">
                <a:schemeClr val="tx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DFEAF9-3C9A-4305-9782-3EE91C933D8A}"/>
              </a:ext>
            </a:extLst>
          </p:cNvPr>
          <p:cNvSpPr>
            <a:spLocks noGrp="1"/>
          </p:cNvSpPr>
          <p:nvPr>
            <p:ph type="ctrTitle" hasCustomPrompt="1"/>
          </p:nvPr>
        </p:nvSpPr>
        <p:spPr>
          <a:xfrm>
            <a:off x="1524000" y="1122363"/>
            <a:ext cx="9144000" cy="495232"/>
          </a:xfrm>
        </p:spPr>
        <p:txBody>
          <a:bodyPr anchor="t">
            <a:normAutofit/>
          </a:bodyPr>
          <a:lstStyle>
            <a:lvl1pPr algn="l">
              <a:defRPr sz="2600">
                <a:solidFill>
                  <a:srgbClr val="408E93"/>
                </a:solidFill>
                <a:latin typeface="+mj-lt"/>
                <a:cs typeface="Segoe UI Light" panose="020B0502040204020203" pitchFamily="34" charset="0"/>
              </a:defRPr>
            </a:lvl1pPr>
          </a:lstStyle>
          <a:p>
            <a:r>
              <a:rPr lang="en-US" dirty="0"/>
              <a:t>Click to add title</a:t>
            </a:r>
          </a:p>
        </p:txBody>
      </p:sp>
      <p:sp>
        <p:nvSpPr>
          <p:cNvPr id="3" name="Subtitle 2">
            <a:extLst>
              <a:ext uri="{FF2B5EF4-FFF2-40B4-BE49-F238E27FC236}">
                <a16:creationId xmlns:a16="http://schemas.microsoft.com/office/drawing/2014/main" id="{A3BFFD68-E7DA-43A0-A762-8DE3799F6144}"/>
              </a:ext>
            </a:extLst>
          </p:cNvPr>
          <p:cNvSpPr>
            <a:spLocks noGrp="1"/>
          </p:cNvSpPr>
          <p:nvPr>
            <p:ph type="subTitle" idx="1" hasCustomPrompt="1"/>
          </p:nvPr>
        </p:nvSpPr>
        <p:spPr>
          <a:xfrm>
            <a:off x="1524000" y="1711415"/>
            <a:ext cx="9144000" cy="4021205"/>
          </a:xfrm>
        </p:spPr>
        <p:txBody>
          <a:bodyPr>
            <a:normAutofit/>
          </a:bodyPr>
          <a:lstStyle>
            <a:lvl1pPr marL="0" indent="0" algn="l">
              <a:buNone/>
              <a:defRPr sz="1300">
                <a:solidFill>
                  <a:schemeClr val="bg1"/>
                </a:solidFill>
                <a:latin typeface="+mn-lt"/>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169705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12A5-4A94-4AD1-8E4A-1EA129F986FD}"/>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11FE6721-7958-497F-BDBF-202EA49F193D}"/>
              </a:ext>
            </a:extLst>
          </p:cNvPr>
          <p:cNvSpPr>
            <a:spLocks noGrp="1"/>
          </p:cNvSpPr>
          <p:nvPr>
            <p:ph idx="1" hasCustomPrompt="1"/>
          </p:nvPr>
        </p:nvSpPr>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3C0A16-F783-4588-B672-5058DF08C081}"/>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5" name="Footer Placeholder 4">
            <a:extLst>
              <a:ext uri="{FF2B5EF4-FFF2-40B4-BE49-F238E27FC236}">
                <a16:creationId xmlns:a16="http://schemas.microsoft.com/office/drawing/2014/main" id="{BD350778-6411-40BC-969D-A8D237EDD27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8D5302-3190-447A-93C9-69054625D96A}"/>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1676348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55D5-7F7F-4923-B13A-FB14C9079802}"/>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Click to add title</a:t>
            </a:r>
          </a:p>
        </p:txBody>
      </p:sp>
      <p:sp>
        <p:nvSpPr>
          <p:cNvPr id="3" name="Text Placeholder 2">
            <a:extLst>
              <a:ext uri="{FF2B5EF4-FFF2-40B4-BE49-F238E27FC236}">
                <a16:creationId xmlns:a16="http://schemas.microsoft.com/office/drawing/2014/main" id="{D7DA3E33-C1C5-4903-B6A0-5DCA0E5DAF7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text</a:t>
            </a:r>
          </a:p>
        </p:txBody>
      </p:sp>
      <p:sp>
        <p:nvSpPr>
          <p:cNvPr id="4" name="Date Placeholder 3">
            <a:extLst>
              <a:ext uri="{FF2B5EF4-FFF2-40B4-BE49-F238E27FC236}">
                <a16:creationId xmlns:a16="http://schemas.microsoft.com/office/drawing/2014/main" id="{92CEEB41-7B20-4E9D-854C-61E519F596A9}"/>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5" name="Footer Placeholder 4">
            <a:extLst>
              <a:ext uri="{FF2B5EF4-FFF2-40B4-BE49-F238E27FC236}">
                <a16:creationId xmlns:a16="http://schemas.microsoft.com/office/drawing/2014/main" id="{B15B4E84-AF49-469B-BA25-009B696C4D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771073-1660-4665-AD08-B1F6EEEC6D09}"/>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4231826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4BBC-F386-4C51-801D-CF55F338F87F}"/>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181EA36-CB65-4957-AC4D-117C8B55F58E}"/>
              </a:ext>
            </a:extLst>
          </p:cNvPr>
          <p:cNvSpPr>
            <a:spLocks noGrp="1"/>
          </p:cNvSpPr>
          <p:nvPr>
            <p:ph sz="half" idx="1" hasCustomPrompt="1"/>
          </p:nvPr>
        </p:nvSpPr>
        <p:spPr>
          <a:xfrm>
            <a:off x="838200" y="1825625"/>
            <a:ext cx="5181600" cy="4351338"/>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191E4BF-C484-4876-8267-5595D143311C}"/>
              </a:ext>
            </a:extLst>
          </p:cNvPr>
          <p:cNvSpPr>
            <a:spLocks noGrp="1"/>
          </p:cNvSpPr>
          <p:nvPr>
            <p:ph sz="half" idx="2" hasCustomPrompt="1"/>
          </p:nvPr>
        </p:nvSpPr>
        <p:spPr>
          <a:xfrm>
            <a:off x="6172200" y="1825625"/>
            <a:ext cx="5181600" cy="4351338"/>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E481A05-B3B3-484A-B9A2-C693BFC1850D}"/>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6" name="Footer Placeholder 5">
            <a:extLst>
              <a:ext uri="{FF2B5EF4-FFF2-40B4-BE49-F238E27FC236}">
                <a16:creationId xmlns:a16="http://schemas.microsoft.com/office/drawing/2014/main" id="{C4A2926F-1DF1-4A3A-B966-52626B39B8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9902F3-1A49-445A-A094-55BF9A3AAF1A}"/>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32665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7F405-2652-4BEF-A9E4-BCBF252A1AC2}"/>
              </a:ext>
            </a:extLst>
          </p:cNvPr>
          <p:cNvSpPr>
            <a:spLocks noGrp="1"/>
          </p:cNvSpPr>
          <p:nvPr>
            <p:ph type="title" hasCustomPrompt="1"/>
          </p:nvPr>
        </p:nvSpPr>
        <p:spPr>
          <a:xfrm>
            <a:off x="839788" y="365125"/>
            <a:ext cx="10515600" cy="1325563"/>
          </a:xfrm>
        </p:spPr>
        <p:txBody>
          <a:bodyPr/>
          <a:lstStyle/>
          <a:p>
            <a:r>
              <a:rPr lang="en-US" dirty="0"/>
              <a:t>Click to add title</a:t>
            </a:r>
          </a:p>
        </p:txBody>
      </p:sp>
      <p:sp>
        <p:nvSpPr>
          <p:cNvPr id="3" name="Text Placeholder 2">
            <a:extLst>
              <a:ext uri="{FF2B5EF4-FFF2-40B4-BE49-F238E27FC236}">
                <a16:creationId xmlns:a16="http://schemas.microsoft.com/office/drawing/2014/main" id="{F8998658-AC9F-419A-9D28-703117D9C164}"/>
              </a:ext>
            </a:extLst>
          </p:cNvPr>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997BF43B-ACB8-4022-9478-4B58FB2AC89A}"/>
              </a:ext>
            </a:extLst>
          </p:cNvPr>
          <p:cNvSpPr>
            <a:spLocks noGrp="1"/>
          </p:cNvSpPr>
          <p:nvPr>
            <p:ph sz="half" idx="2" hasCustomPrompt="1"/>
          </p:nvPr>
        </p:nvSpPr>
        <p:spPr>
          <a:xfrm>
            <a:off x="839788" y="2505075"/>
            <a:ext cx="5157787" cy="3684588"/>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4B47381A-DF82-4E57-86F2-79DDC1FDB83A}"/>
              </a:ext>
            </a:extLst>
          </p:cNvPr>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a:extLst>
              <a:ext uri="{FF2B5EF4-FFF2-40B4-BE49-F238E27FC236}">
                <a16:creationId xmlns:a16="http://schemas.microsoft.com/office/drawing/2014/main" id="{E295A9D4-5434-4053-BEF7-D8D6112F6842}"/>
              </a:ext>
            </a:extLst>
          </p:cNvPr>
          <p:cNvSpPr>
            <a:spLocks noGrp="1"/>
          </p:cNvSpPr>
          <p:nvPr>
            <p:ph sz="quarter" idx="4" hasCustomPrompt="1"/>
          </p:nvPr>
        </p:nvSpPr>
        <p:spPr>
          <a:xfrm>
            <a:off x="6172200" y="2505075"/>
            <a:ext cx="5183188" cy="3684588"/>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A2203A2-768C-4C32-B8C9-5731FBE96FE5}"/>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8" name="Footer Placeholder 7">
            <a:extLst>
              <a:ext uri="{FF2B5EF4-FFF2-40B4-BE49-F238E27FC236}">
                <a16:creationId xmlns:a16="http://schemas.microsoft.com/office/drawing/2014/main" id="{217F5DD0-FF5E-4C8E-BF51-AAA6F15FFC4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CB89CD3-37F2-4CFC-B1A1-898657145547}"/>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3784505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2C925-8B44-44C6-A649-F0FB17E738AE}"/>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9B5067D9-9E44-4E2F-BB85-39F25AF8A996}"/>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4" name="Footer Placeholder 3">
            <a:extLst>
              <a:ext uri="{FF2B5EF4-FFF2-40B4-BE49-F238E27FC236}">
                <a16:creationId xmlns:a16="http://schemas.microsoft.com/office/drawing/2014/main" id="{D0695C9A-F3D4-4CAF-BD9C-9A781B281D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43D576E-E81F-4A82-BCA1-6B1E01BA5B42}"/>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199804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360874-81B9-450F-B82A-8EB5D1206CDC}"/>
              </a:ext>
            </a:extLst>
          </p:cNvPr>
          <p:cNvSpPr>
            <a:spLocks noGrp="1"/>
          </p:cNvSpPr>
          <p:nvPr>
            <p:ph type="dt" sz="half" idx="10"/>
          </p:nvPr>
        </p:nvSpPr>
        <p:spPr/>
        <p:txBody>
          <a:bodyPr/>
          <a:lstStyle/>
          <a:p>
            <a:fld id="{9A6BF23A-3D24-42D3-8F1A-75A13C888DEA}" type="datetimeFigureOut">
              <a:rPr lang="en-US" smtClean="0"/>
              <a:t>7/9/2025</a:t>
            </a:fld>
            <a:endParaRPr lang="en-US" dirty="0"/>
          </a:p>
        </p:txBody>
      </p:sp>
      <p:sp>
        <p:nvSpPr>
          <p:cNvPr id="3" name="Footer Placeholder 2">
            <a:extLst>
              <a:ext uri="{FF2B5EF4-FFF2-40B4-BE49-F238E27FC236}">
                <a16:creationId xmlns:a16="http://schemas.microsoft.com/office/drawing/2014/main" id="{3CF7C3AE-3A6B-4C8B-B32A-82D82E5967F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DDF9F8A-E694-41C4-963B-E3E4EC703FD4}"/>
              </a:ext>
            </a:extLst>
          </p:cNvPr>
          <p:cNvSpPr>
            <a:spLocks noGrp="1"/>
          </p:cNvSpPr>
          <p:nvPr>
            <p:ph type="sldNum" sz="quarter" idx="12"/>
          </p:nvPr>
        </p:nvSpPr>
        <p:spPr/>
        <p:txBody>
          <a:bodyPr/>
          <a:lstStyle/>
          <a:p>
            <a:fld id="{8A717781-12D9-4CDB-9AAE-83636CBD66D6}" type="slidenum">
              <a:rPr lang="en-US" smtClean="0"/>
              <a:t>‹#›</a:t>
            </a:fld>
            <a:endParaRPr lang="en-US" dirty="0"/>
          </a:p>
        </p:txBody>
      </p:sp>
    </p:spTree>
    <p:extLst>
      <p:ext uri="{BB962C8B-B14F-4D97-AF65-F5344CB8AC3E}">
        <p14:creationId xmlns:p14="http://schemas.microsoft.com/office/powerpoint/2010/main" val="2051892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9A825-7557-4500-8CCD-1373C95FF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C4F931-B635-4B85-BE10-74008338E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9AE95C-FC17-478C-AA9E-710213A4FD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6BF23A-3D24-42D3-8F1A-75A13C888DEA}" type="datetimeFigureOut">
              <a:rPr lang="en-US" smtClean="0"/>
              <a:t>7/9/2025</a:t>
            </a:fld>
            <a:endParaRPr lang="en-US" dirty="0"/>
          </a:p>
        </p:txBody>
      </p:sp>
      <p:sp>
        <p:nvSpPr>
          <p:cNvPr id="5" name="Footer Placeholder 4">
            <a:extLst>
              <a:ext uri="{FF2B5EF4-FFF2-40B4-BE49-F238E27FC236}">
                <a16:creationId xmlns:a16="http://schemas.microsoft.com/office/drawing/2014/main" id="{15D4E31F-5B11-490E-AD3F-BE92E0F2D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FBDD7FA-F9F4-4DC4-9791-ACD495680E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17781-12D9-4CDB-9AAE-83636CBD66D6}" type="slidenum">
              <a:rPr lang="en-US" smtClean="0"/>
              <a:t>‹#›</a:t>
            </a:fld>
            <a:endParaRPr lang="en-US" dirty="0"/>
          </a:p>
        </p:txBody>
      </p:sp>
    </p:spTree>
    <p:extLst>
      <p:ext uri="{BB962C8B-B14F-4D97-AF65-F5344CB8AC3E}">
        <p14:creationId xmlns:p14="http://schemas.microsoft.com/office/powerpoint/2010/main" val="103424815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5" r:id="rId3"/>
    <p:sldLayoutId id="2147483666" r:id="rId4"/>
    <p:sldLayoutId id="2147483664" r:id="rId5"/>
    <p:sldLayoutId id="2147483661" r:id="rId6"/>
    <p:sldLayoutId id="2147483662" r:id="rId7"/>
    <p:sldLayoutId id="2147483650" r:id="rId8"/>
    <p:sldLayoutId id="2147483651" r:id="rId9"/>
    <p:sldLayoutId id="2147483652" r:id="rId10"/>
    <p:sldLayoutId id="2147483653" r:id="rId11"/>
    <p:sldLayoutId id="2147483654" r:id="rId12"/>
    <p:sldLayoutId id="2147483655" r:id="rId13"/>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Hubble Space Telescope">
            <a:extLst>
              <a:ext uri="{FF2B5EF4-FFF2-40B4-BE49-F238E27FC236}">
                <a16:creationId xmlns:a16="http://schemas.microsoft.com/office/drawing/2014/main" id="{27B798F1-F4B6-4F54-AF7C-7DA9276E1E35}"/>
              </a:ext>
            </a:extLst>
          </p:cNvPr>
          <p:cNvPicPr>
            <a:picLocks noGrp="1" noChangeAspect="1"/>
          </p:cNvPicPr>
          <p:nvPr>
            <p:ph sz="quarter" idx="12"/>
          </p:nvPr>
        </p:nvPicPr>
        <p:blipFill rotWithShape="1">
          <a:blip r:embed="rId3"/>
          <a:srcRect t="9417" r="14106" b="23922"/>
          <a:stretch/>
        </p:blipFill>
        <p:spPr>
          <a:xfrm>
            <a:off x="4313239" y="-1"/>
            <a:ext cx="7878762" cy="6858001"/>
          </a:xfrm>
        </p:spPr>
      </p:pic>
      <p:pic>
        <p:nvPicPr>
          <p:cNvPr id="1026" name="Picture 2" descr="ISRO launches 36 OneWeb satellites with its GSLV rocket | Today News">
            <a:extLst>
              <a:ext uri="{FF2B5EF4-FFF2-40B4-BE49-F238E27FC236}">
                <a16:creationId xmlns:a16="http://schemas.microsoft.com/office/drawing/2014/main" id="{B7C9094C-7BCB-8F55-58B9-AC98F1BBE87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21000"/>
                    </a14:imgEffect>
                    <a14:imgEffect>
                      <a14:saturation sat="110000"/>
                    </a14:imgEffect>
                    <a14:imgEffect>
                      <a14:brightnessContrast bright="-33000" contrast="-8000"/>
                    </a14:imgEffect>
                  </a14:imgLayer>
                </a14:imgProps>
              </a:ext>
              <a:ext uri="{28A0092B-C50C-407E-A947-70E740481C1C}">
                <a14:useLocalDpi xmlns:a14="http://schemas.microsoft.com/office/drawing/2010/main" val="0"/>
              </a:ext>
            </a:extLst>
          </a:blip>
          <a:srcRect/>
          <a:stretch>
            <a:fillRect/>
          </a:stretch>
        </p:blipFill>
        <p:spPr bwMode="auto">
          <a:xfrm>
            <a:off x="0" y="0"/>
            <a:ext cx="12176125" cy="6858000"/>
          </a:xfrm>
          <a:prstGeom prst="rect">
            <a:avLst/>
          </a:prstGeom>
          <a:noFill/>
          <a:effectLst>
            <a:outerShdw blurRad="254000" dist="50800" dir="1680000" algn="ctr" rotWithShape="0">
              <a:srgbClr val="000000">
                <a:alpha val="0"/>
              </a:srgbClr>
            </a:outerShdw>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660A54-0802-43EA-85D4-234D7F26A57C}"/>
              </a:ext>
            </a:extLst>
          </p:cNvPr>
          <p:cNvSpPr>
            <a:spLocks noGrp="1"/>
          </p:cNvSpPr>
          <p:nvPr>
            <p:ph type="title"/>
          </p:nvPr>
        </p:nvSpPr>
        <p:spPr>
          <a:xfrm>
            <a:off x="264687" y="1757763"/>
            <a:ext cx="3869565" cy="1325563"/>
          </a:xfrm>
        </p:spPr>
        <p:txBody>
          <a:bodyPr/>
          <a:lstStyle/>
          <a:p>
            <a:r>
              <a:rPr lang="en-US" dirty="0"/>
              <a:t>Team name: </a:t>
            </a:r>
            <a:r>
              <a:rPr lang="en-US" dirty="0" err="1"/>
              <a:t>XDevs</a:t>
            </a:r>
            <a:endParaRPr lang="en-US" dirty="0"/>
          </a:p>
        </p:txBody>
      </p:sp>
      <p:sp>
        <p:nvSpPr>
          <p:cNvPr id="26" name="Text Placeholder 25">
            <a:extLst>
              <a:ext uri="{FF2B5EF4-FFF2-40B4-BE49-F238E27FC236}">
                <a16:creationId xmlns:a16="http://schemas.microsoft.com/office/drawing/2014/main" id="{BA088030-4242-475B-B8AF-0D3F631EC067}"/>
              </a:ext>
            </a:extLst>
          </p:cNvPr>
          <p:cNvSpPr>
            <a:spLocks noGrp="1"/>
          </p:cNvSpPr>
          <p:nvPr>
            <p:ph type="body" sz="quarter" idx="11"/>
          </p:nvPr>
        </p:nvSpPr>
        <p:spPr>
          <a:xfrm>
            <a:off x="265113" y="3249336"/>
            <a:ext cx="5000223" cy="3119582"/>
          </a:xfrm>
        </p:spPr>
        <p:txBody>
          <a:bodyPr/>
          <a:lstStyle/>
          <a:p>
            <a:r>
              <a:rPr lang="en-US" sz="1400" dirty="0"/>
              <a:t>Team Leader Name : Manjeet</a:t>
            </a:r>
          </a:p>
          <a:p>
            <a:r>
              <a:rPr lang="en-US" sz="1400" dirty="0"/>
              <a:t>Problem Statement: AI-based Help bot for information retrieval out of a knowledge graph created based on static/dynamic content at a web portal.</a:t>
            </a:r>
          </a:p>
          <a:p>
            <a:endParaRPr lang="en-US" dirty="0"/>
          </a:p>
        </p:txBody>
      </p:sp>
      <p:sp>
        <p:nvSpPr>
          <p:cNvPr id="3" name="TextBox 2">
            <a:extLst>
              <a:ext uri="{FF2B5EF4-FFF2-40B4-BE49-F238E27FC236}">
                <a16:creationId xmlns:a16="http://schemas.microsoft.com/office/drawing/2014/main" id="{FBA81FEE-4B06-1C3E-DCA5-ED2CBA512313}"/>
              </a:ext>
            </a:extLst>
          </p:cNvPr>
          <p:cNvSpPr txBox="1"/>
          <p:nvPr/>
        </p:nvSpPr>
        <p:spPr>
          <a:xfrm>
            <a:off x="3930182" y="760756"/>
            <a:ext cx="4331635" cy="830997"/>
          </a:xfrm>
          <a:prstGeom prst="rect">
            <a:avLst/>
          </a:prstGeom>
          <a:noFill/>
        </p:spPr>
        <p:txBody>
          <a:bodyPr wrap="none" rtlCol="0">
            <a:spAutoFit/>
          </a:bodyPr>
          <a:lstStyle/>
          <a:p>
            <a:r>
              <a:rPr lang="en-US" sz="4800" dirty="0">
                <a:solidFill>
                  <a:schemeClr val="bg2"/>
                </a:solidFill>
                <a:latin typeface="+mj-lt"/>
              </a:rPr>
              <a:t>MOSDAC AI CHAT-BOT</a:t>
            </a:r>
            <a:endParaRPr lang="en-IN" sz="4800" dirty="0">
              <a:solidFill>
                <a:schemeClr val="bg2"/>
              </a:solidFill>
              <a:latin typeface="+mj-lt"/>
            </a:endParaRPr>
          </a:p>
        </p:txBody>
      </p:sp>
    </p:spTree>
    <p:extLst>
      <p:ext uri="{BB962C8B-B14F-4D97-AF65-F5344CB8AC3E}">
        <p14:creationId xmlns:p14="http://schemas.microsoft.com/office/powerpoint/2010/main" val="3696299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E0E4-9333-D0FB-1430-1BCBA2C34867}"/>
              </a:ext>
            </a:extLst>
          </p:cNvPr>
          <p:cNvSpPr>
            <a:spLocks noGrp="1"/>
          </p:cNvSpPr>
          <p:nvPr>
            <p:ph type="ctrTitle"/>
          </p:nvPr>
        </p:nvSpPr>
        <p:spPr>
          <a:xfrm>
            <a:off x="2333626" y="1122363"/>
            <a:ext cx="7524748" cy="495232"/>
          </a:xfrm>
        </p:spPr>
        <p:txBody>
          <a:bodyPr/>
          <a:lstStyle/>
          <a:p>
            <a:r>
              <a:rPr lang="en-US" dirty="0"/>
              <a:t>Team Member Details:</a:t>
            </a:r>
            <a:endParaRPr lang="en-IN" dirty="0"/>
          </a:p>
        </p:txBody>
      </p:sp>
      <p:sp>
        <p:nvSpPr>
          <p:cNvPr id="3" name="Subtitle 2">
            <a:extLst>
              <a:ext uri="{FF2B5EF4-FFF2-40B4-BE49-F238E27FC236}">
                <a16:creationId xmlns:a16="http://schemas.microsoft.com/office/drawing/2014/main" id="{4B09E3BC-9B9F-5D10-1E2D-8B8DE213F7F8}"/>
              </a:ext>
            </a:extLst>
          </p:cNvPr>
          <p:cNvSpPr>
            <a:spLocks noGrp="1"/>
          </p:cNvSpPr>
          <p:nvPr>
            <p:ph type="subTitle" idx="1"/>
          </p:nvPr>
        </p:nvSpPr>
        <p:spPr>
          <a:xfrm>
            <a:off x="2333626" y="1714003"/>
            <a:ext cx="3762374" cy="1421083"/>
          </a:xfrm>
        </p:spPr>
        <p:txBody>
          <a:bodyPr/>
          <a:lstStyle/>
          <a:p>
            <a:r>
              <a:rPr lang="en-US" sz="1400" b="1" dirty="0"/>
              <a:t>- Team Leader:</a:t>
            </a:r>
          </a:p>
          <a:p>
            <a:r>
              <a:rPr lang="en-US" dirty="0"/>
              <a:t>Name: Manjeet</a:t>
            </a:r>
          </a:p>
          <a:p>
            <a:r>
              <a:rPr lang="en-US" dirty="0"/>
              <a:t>College: IIMT University, Meerut</a:t>
            </a:r>
            <a:endParaRPr lang="en-IN" dirty="0"/>
          </a:p>
        </p:txBody>
      </p:sp>
      <p:sp>
        <p:nvSpPr>
          <p:cNvPr id="6" name="Subtitle 2">
            <a:extLst>
              <a:ext uri="{FF2B5EF4-FFF2-40B4-BE49-F238E27FC236}">
                <a16:creationId xmlns:a16="http://schemas.microsoft.com/office/drawing/2014/main" id="{095B3A47-DB84-A570-7523-D89D07C1E4F6}"/>
              </a:ext>
            </a:extLst>
          </p:cNvPr>
          <p:cNvSpPr txBox="1">
            <a:spLocks/>
          </p:cNvSpPr>
          <p:nvPr/>
        </p:nvSpPr>
        <p:spPr>
          <a:xfrm>
            <a:off x="6096000" y="1714002"/>
            <a:ext cx="3762374" cy="1421083"/>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b="1" dirty="0"/>
              <a:t>- Team Member 2:</a:t>
            </a:r>
          </a:p>
          <a:p>
            <a:r>
              <a:rPr lang="en-US" dirty="0"/>
              <a:t>Name: Punit Pal</a:t>
            </a:r>
          </a:p>
          <a:p>
            <a:r>
              <a:rPr lang="en-US" dirty="0"/>
              <a:t>College: IIMT University, Meerut</a:t>
            </a:r>
            <a:endParaRPr lang="en-IN" dirty="0"/>
          </a:p>
        </p:txBody>
      </p:sp>
      <p:sp>
        <p:nvSpPr>
          <p:cNvPr id="7" name="Subtitle 2">
            <a:extLst>
              <a:ext uri="{FF2B5EF4-FFF2-40B4-BE49-F238E27FC236}">
                <a16:creationId xmlns:a16="http://schemas.microsoft.com/office/drawing/2014/main" id="{1150EDD7-818E-E5AD-E4AE-75635B559A8A}"/>
              </a:ext>
            </a:extLst>
          </p:cNvPr>
          <p:cNvSpPr txBox="1">
            <a:spLocks/>
          </p:cNvSpPr>
          <p:nvPr/>
        </p:nvSpPr>
        <p:spPr>
          <a:xfrm>
            <a:off x="2409826" y="3383895"/>
            <a:ext cx="3762374" cy="1421083"/>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b="1" dirty="0"/>
              <a:t>- Team Member 3:</a:t>
            </a:r>
          </a:p>
          <a:p>
            <a:r>
              <a:rPr lang="en-US" dirty="0"/>
              <a:t>Name: Arpit Govil</a:t>
            </a:r>
          </a:p>
          <a:p>
            <a:r>
              <a:rPr lang="en-US" dirty="0"/>
              <a:t>College: IIMT University, Meerut</a:t>
            </a:r>
            <a:endParaRPr lang="en-IN" dirty="0"/>
          </a:p>
        </p:txBody>
      </p:sp>
      <p:sp>
        <p:nvSpPr>
          <p:cNvPr id="21" name="Subtitle 2">
            <a:extLst>
              <a:ext uri="{FF2B5EF4-FFF2-40B4-BE49-F238E27FC236}">
                <a16:creationId xmlns:a16="http://schemas.microsoft.com/office/drawing/2014/main" id="{E7D7626C-1A20-E90B-2450-9CDE17A8553C}"/>
              </a:ext>
            </a:extLst>
          </p:cNvPr>
          <p:cNvSpPr txBox="1">
            <a:spLocks/>
          </p:cNvSpPr>
          <p:nvPr/>
        </p:nvSpPr>
        <p:spPr>
          <a:xfrm>
            <a:off x="6096000" y="3383894"/>
            <a:ext cx="3762374" cy="1421083"/>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b="1" dirty="0"/>
              <a:t>- Team Member 4:</a:t>
            </a:r>
          </a:p>
          <a:p>
            <a:r>
              <a:rPr lang="en-US" dirty="0"/>
              <a:t>Name: Priyanshu Sonkar</a:t>
            </a:r>
          </a:p>
          <a:p>
            <a:r>
              <a:rPr lang="en-US" dirty="0"/>
              <a:t>College: IIMT University, Meerut</a:t>
            </a:r>
            <a:endParaRPr lang="en-IN" dirty="0"/>
          </a:p>
        </p:txBody>
      </p:sp>
      <p:pic>
        <p:nvPicPr>
          <p:cNvPr id="26" name="Picture 25">
            <a:extLst>
              <a:ext uri="{FF2B5EF4-FFF2-40B4-BE49-F238E27FC236}">
                <a16:creationId xmlns:a16="http://schemas.microsoft.com/office/drawing/2014/main" id="{17513D8E-51DB-D309-D60C-8AF0486FC3A6}"/>
              </a:ext>
            </a:extLst>
          </p:cNvPr>
          <p:cNvPicPr>
            <a:picLocks noChangeAspect="1"/>
          </p:cNvPicPr>
          <p:nvPr/>
        </p:nvPicPr>
        <p:blipFill>
          <a:blip r:embed="rId2"/>
          <a:stretch>
            <a:fillRect/>
          </a:stretch>
        </p:blipFill>
        <p:spPr>
          <a:xfrm>
            <a:off x="180000" y="180000"/>
            <a:ext cx="1411915" cy="1260000"/>
          </a:xfrm>
          <a:prstGeom prst="rect">
            <a:avLst/>
          </a:prstGeom>
        </p:spPr>
      </p:pic>
    </p:spTree>
    <p:extLst>
      <p:ext uri="{BB962C8B-B14F-4D97-AF65-F5344CB8AC3E}">
        <p14:creationId xmlns:p14="http://schemas.microsoft.com/office/powerpoint/2010/main" val="2855792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5B7E-0F58-488F-B149-1D1DC9B6B9AA}"/>
              </a:ext>
            </a:extLst>
          </p:cNvPr>
          <p:cNvSpPr>
            <a:spLocks noGrp="1"/>
          </p:cNvSpPr>
          <p:nvPr>
            <p:ph type="ctrTitle"/>
          </p:nvPr>
        </p:nvSpPr>
        <p:spPr>
          <a:xfrm>
            <a:off x="1591914" y="1122363"/>
            <a:ext cx="8410163" cy="495232"/>
          </a:xfrm>
        </p:spPr>
        <p:txBody>
          <a:bodyPr/>
          <a:lstStyle/>
          <a:p>
            <a:r>
              <a:rPr lang="en-US" dirty="0"/>
              <a:t>Project Idea Overview</a:t>
            </a:r>
          </a:p>
        </p:txBody>
      </p:sp>
      <p:sp>
        <p:nvSpPr>
          <p:cNvPr id="3" name="Subtitle 2">
            <a:extLst>
              <a:ext uri="{FF2B5EF4-FFF2-40B4-BE49-F238E27FC236}">
                <a16:creationId xmlns:a16="http://schemas.microsoft.com/office/drawing/2014/main" id="{1811CCB4-5A42-4506-A2DE-4A66CDA93F09}"/>
              </a:ext>
            </a:extLst>
          </p:cNvPr>
          <p:cNvSpPr>
            <a:spLocks noGrp="1"/>
          </p:cNvSpPr>
          <p:nvPr>
            <p:ph type="subTitle" idx="1"/>
          </p:nvPr>
        </p:nvSpPr>
        <p:spPr>
          <a:xfrm>
            <a:off x="1423665" y="1729839"/>
            <a:ext cx="4503366" cy="4021205"/>
          </a:xfrm>
        </p:spPr>
        <p:txBody>
          <a:bodyPr>
            <a:normAutofit fontScale="92500"/>
          </a:bodyPr>
          <a:lstStyle/>
          <a:p>
            <a:r>
              <a:rPr lang="en-US" dirty="0"/>
              <a:t>🚀 The Big Idea:</a:t>
            </a:r>
          </a:p>
          <a:p>
            <a:r>
              <a:rPr lang="en-US" dirty="0"/>
              <a:t>Navigating satellite data shouldn't feel like rocket science. Our solution transforms complex, layered information into simple, human-like conversations—powered by AI, natural language understanding, and smart data extraction.</a:t>
            </a:r>
          </a:p>
          <a:p>
            <a:r>
              <a:rPr lang="en-US" dirty="0"/>
              <a:t>🌟 Our Vision:</a:t>
            </a:r>
          </a:p>
          <a:p>
            <a:r>
              <a:rPr lang="en-US" dirty="0"/>
              <a:t>Imagine asking a chatbot: “</a:t>
            </a:r>
            <a:r>
              <a:rPr lang="en-US" i="1" dirty="0"/>
              <a:t>Show me rainfall data from INSAT-3D for the past week</a:t>
            </a:r>
            <a:r>
              <a:rPr lang="en-US" dirty="0"/>
              <a:t>”—and getting a direct, accurate response in seconds.</a:t>
            </a:r>
          </a:p>
          <a:p>
            <a:r>
              <a:rPr lang="en-US" dirty="0"/>
              <a:t> We’re building an intelligent assistant that understands natural questions about satellite missions, data products, and services—and responds instantly using a knowledge graph and NLP.</a:t>
            </a:r>
          </a:p>
        </p:txBody>
      </p:sp>
      <mc:AlternateContent xmlns:mc="http://schemas.openxmlformats.org/markup-compatibility/2006" xmlns:p14="http://schemas.microsoft.com/office/powerpoint/2010/main">
        <mc:Choice Requires="p14">
          <p:contentPart p14:bwMode="auto" r:id="rId3">
            <p14:nvContentPartPr>
              <p14:cNvPr id="7" name="Ink 6" descr="Drawing point">
                <a:extLst>
                  <a:ext uri="{FF2B5EF4-FFF2-40B4-BE49-F238E27FC236}">
                    <a16:creationId xmlns:a16="http://schemas.microsoft.com/office/drawing/2014/main" id="{9FE62378-625A-40E4-A5E5-226DF2DDE541}"/>
                  </a:ext>
                </a:extLst>
              </p14:cNvPr>
              <p14:cNvContentPartPr/>
              <p14:nvPr/>
            </p14:nvContentPartPr>
            <p14:xfrm>
              <a:off x="3838395" y="7372005"/>
              <a:ext cx="360" cy="9720"/>
            </p14:xfrm>
          </p:contentPart>
        </mc:Choice>
        <mc:Fallback xmlns="">
          <p:pic>
            <p:nvPicPr>
              <p:cNvPr id="7" name="Ink 6" descr="Drawing point">
                <a:extLst>
                  <a:ext uri="{FF2B5EF4-FFF2-40B4-BE49-F238E27FC236}">
                    <a16:creationId xmlns:a16="http://schemas.microsoft.com/office/drawing/2014/main" id="{9FE62378-625A-40E4-A5E5-226DF2DDE541}"/>
                  </a:ext>
                </a:extLst>
              </p:cNvPr>
              <p:cNvPicPr/>
              <p:nvPr/>
            </p:nvPicPr>
            <p:blipFill>
              <a:blip r:embed="rId5"/>
              <a:stretch>
                <a:fillRect/>
              </a:stretch>
            </p:blipFill>
            <p:spPr>
              <a:xfrm>
                <a:off x="3829395" y="7363005"/>
                <a:ext cx="18000" cy="27360"/>
              </a:xfrm>
              <a:prstGeom prst="rect">
                <a:avLst/>
              </a:prstGeom>
            </p:spPr>
          </p:pic>
        </mc:Fallback>
      </mc:AlternateContent>
      <p:cxnSp>
        <p:nvCxnSpPr>
          <p:cNvPr id="5" name="Straight Connector 4">
            <a:extLst>
              <a:ext uri="{FF2B5EF4-FFF2-40B4-BE49-F238E27FC236}">
                <a16:creationId xmlns:a16="http://schemas.microsoft.com/office/drawing/2014/main" id="{3F627E09-2505-B9C6-5B94-2C7A15219AE3}"/>
              </a:ext>
              <a:ext uri="{C183D7F6-B498-43B3-948B-1728B52AA6E4}">
                <adec:decorative xmlns:adec="http://schemas.microsoft.com/office/drawing/2017/decorative" val="1"/>
              </a:ext>
            </a:extLst>
          </p:cNvPr>
          <p:cNvCxnSpPr>
            <a:cxnSpLocks/>
          </p:cNvCxnSpPr>
          <p:nvPr/>
        </p:nvCxnSpPr>
        <p:spPr>
          <a:xfrm>
            <a:off x="1699170" y="1586275"/>
            <a:ext cx="4396830" cy="0"/>
          </a:xfrm>
          <a:prstGeom prst="line">
            <a:avLst/>
          </a:prstGeom>
          <a:ln>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pic>
        <p:nvPicPr>
          <p:cNvPr id="6" name="Picture 5" descr="Encircled red dot">
            <a:extLst>
              <a:ext uri="{FF2B5EF4-FFF2-40B4-BE49-F238E27FC236}">
                <a16:creationId xmlns:a16="http://schemas.microsoft.com/office/drawing/2014/main" id="{BE80596F-1CC0-202E-3C4F-77C37791C69C}"/>
              </a:ext>
            </a:extLst>
          </p:cNvPr>
          <p:cNvPicPr>
            <a:picLocks noChangeAspect="1"/>
          </p:cNvPicPr>
          <p:nvPr/>
        </p:nvPicPr>
        <p:blipFill>
          <a:blip r:embed="rId6">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5927031" y="1453614"/>
            <a:ext cx="276225" cy="276225"/>
          </a:xfrm>
          <a:prstGeom prst="rect">
            <a:avLst/>
          </a:prstGeom>
        </p:spPr>
      </p:pic>
      <p:pic>
        <p:nvPicPr>
          <p:cNvPr id="12" name="Picture 11">
            <a:extLst>
              <a:ext uri="{FF2B5EF4-FFF2-40B4-BE49-F238E27FC236}">
                <a16:creationId xmlns:a16="http://schemas.microsoft.com/office/drawing/2014/main" id="{C24AE544-18EC-24E4-7220-D3202D64BCFC}"/>
              </a:ext>
            </a:extLst>
          </p:cNvPr>
          <p:cNvPicPr>
            <a:picLocks noChangeAspect="1"/>
          </p:cNvPicPr>
          <p:nvPr/>
        </p:nvPicPr>
        <p:blipFill>
          <a:blip r:embed="rId7"/>
          <a:stretch>
            <a:fillRect/>
          </a:stretch>
        </p:blipFill>
        <p:spPr>
          <a:xfrm>
            <a:off x="180000" y="180000"/>
            <a:ext cx="1411915" cy="1260000"/>
          </a:xfrm>
          <a:prstGeom prst="rect">
            <a:avLst/>
          </a:prstGeom>
        </p:spPr>
      </p:pic>
      <p:pic>
        <p:nvPicPr>
          <p:cNvPr id="4" name="Picture 3">
            <a:extLst>
              <a:ext uri="{FF2B5EF4-FFF2-40B4-BE49-F238E27FC236}">
                <a16:creationId xmlns:a16="http://schemas.microsoft.com/office/drawing/2014/main" id="{D2963F09-AD45-51B2-B043-8C69F4D3635C}"/>
              </a:ext>
            </a:extLst>
          </p:cNvPr>
          <p:cNvPicPr>
            <a:picLocks noChangeAspect="1"/>
          </p:cNvPicPr>
          <p:nvPr/>
        </p:nvPicPr>
        <p:blipFill>
          <a:blip r:embed="rId8"/>
          <a:stretch>
            <a:fillRect/>
          </a:stretch>
        </p:blipFill>
        <p:spPr>
          <a:xfrm>
            <a:off x="6095999" y="2019678"/>
            <a:ext cx="5017979" cy="4021205"/>
          </a:xfrm>
          <a:prstGeom prst="rect">
            <a:avLst/>
          </a:prstGeom>
        </p:spPr>
      </p:pic>
    </p:spTree>
    <p:extLst>
      <p:ext uri="{BB962C8B-B14F-4D97-AF65-F5344CB8AC3E}">
        <p14:creationId xmlns:p14="http://schemas.microsoft.com/office/powerpoint/2010/main" val="2069853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B79933-F453-41C0-8683-17053EBC72DE}"/>
              </a:ext>
            </a:extLst>
          </p:cNvPr>
          <p:cNvSpPr>
            <a:spLocks noGrp="1"/>
          </p:cNvSpPr>
          <p:nvPr>
            <p:ph type="ctrTitle"/>
          </p:nvPr>
        </p:nvSpPr>
        <p:spPr>
          <a:xfrm>
            <a:off x="2420818" y="1182651"/>
            <a:ext cx="7631500" cy="495232"/>
          </a:xfrm>
        </p:spPr>
        <p:txBody>
          <a:bodyPr/>
          <a:lstStyle/>
          <a:p>
            <a:r>
              <a:rPr lang="en-US" dirty="0"/>
              <a:t>Uniqueness &amp; Problem Solving</a:t>
            </a:r>
          </a:p>
        </p:txBody>
      </p:sp>
      <p:sp>
        <p:nvSpPr>
          <p:cNvPr id="2" name="Subtitle 1">
            <a:extLst>
              <a:ext uri="{FF2B5EF4-FFF2-40B4-BE49-F238E27FC236}">
                <a16:creationId xmlns:a16="http://schemas.microsoft.com/office/drawing/2014/main" id="{A49D9A2D-831E-4A11-90ED-8C7C0E85DA84}"/>
              </a:ext>
            </a:extLst>
          </p:cNvPr>
          <p:cNvSpPr>
            <a:spLocks noGrp="1"/>
          </p:cNvSpPr>
          <p:nvPr>
            <p:ph type="subTitle" idx="1"/>
          </p:nvPr>
        </p:nvSpPr>
        <p:spPr>
          <a:xfrm>
            <a:off x="2226800" y="3278440"/>
            <a:ext cx="6220485" cy="1028366"/>
          </a:xfrm>
        </p:spPr>
        <p:txBody>
          <a:bodyPr>
            <a:noAutofit/>
          </a:bodyPr>
          <a:lstStyle/>
          <a:p>
            <a:pPr marL="171450" indent="-171450">
              <a:buFont typeface="Arial" panose="020B0604020202020204" pitchFamily="34" charset="0"/>
              <a:buChar char="•"/>
            </a:pPr>
            <a:r>
              <a:rPr lang="en-US" sz="1200" dirty="0"/>
              <a:t> How It Solves the Problem</a:t>
            </a:r>
          </a:p>
          <a:p>
            <a:pPr marL="628650" lvl="1" indent="-171450" algn="l">
              <a:buFont typeface="Arial" panose="020B0604020202020204" pitchFamily="34" charset="0"/>
              <a:buChar char="•"/>
            </a:pPr>
            <a:r>
              <a:rPr lang="en-US" sz="1200" dirty="0">
                <a:solidFill>
                  <a:schemeClr val="bg2"/>
                </a:solidFill>
              </a:rPr>
              <a:t>Translates complex site navigation into natural conversation.</a:t>
            </a:r>
          </a:p>
          <a:p>
            <a:pPr marL="628650" lvl="1" indent="-171450" algn="l">
              <a:buFont typeface="Arial" panose="020B0604020202020204" pitchFamily="34" charset="0"/>
              <a:buChar char="•"/>
            </a:pPr>
            <a:r>
              <a:rPr lang="en-US" sz="1200" dirty="0">
                <a:solidFill>
                  <a:schemeClr val="bg2"/>
                </a:solidFill>
              </a:rPr>
              <a:t>Provides contextual responses using both historical and live data.</a:t>
            </a:r>
          </a:p>
          <a:p>
            <a:pPr marL="628650" lvl="1" indent="-171450" algn="l">
              <a:buFont typeface="Arial" panose="020B0604020202020204" pitchFamily="34" charset="0"/>
              <a:buChar char="•"/>
            </a:pPr>
            <a:r>
              <a:rPr lang="en-US" sz="1200" dirty="0">
                <a:solidFill>
                  <a:schemeClr val="bg2"/>
                </a:solidFill>
              </a:rPr>
              <a:t>Supports semantic understanding—not just keyword matching.</a:t>
            </a:r>
          </a:p>
        </p:txBody>
      </p:sp>
      <p:cxnSp>
        <p:nvCxnSpPr>
          <p:cNvPr id="6" name="Straight Connector 5">
            <a:extLst>
              <a:ext uri="{FF2B5EF4-FFF2-40B4-BE49-F238E27FC236}">
                <a16:creationId xmlns:a16="http://schemas.microsoft.com/office/drawing/2014/main" id="{B50BB0FF-9B51-4918-81FC-5ABCB8C3CA1A}"/>
              </a:ext>
              <a:ext uri="{C183D7F6-B498-43B3-948B-1728B52AA6E4}">
                <adec:decorative xmlns:adec="http://schemas.microsoft.com/office/drawing/2017/decorative" val="1"/>
              </a:ext>
            </a:extLst>
          </p:cNvPr>
          <p:cNvCxnSpPr>
            <a:cxnSpLocks/>
          </p:cNvCxnSpPr>
          <p:nvPr/>
        </p:nvCxnSpPr>
        <p:spPr>
          <a:xfrm>
            <a:off x="2512088" y="1648574"/>
            <a:ext cx="3942323" cy="0"/>
          </a:xfrm>
          <a:prstGeom prst="line">
            <a:avLst/>
          </a:prstGeom>
          <a:ln>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pic>
        <p:nvPicPr>
          <p:cNvPr id="4" name="Picture 3" descr="Encircled red dot">
            <a:extLst>
              <a:ext uri="{FF2B5EF4-FFF2-40B4-BE49-F238E27FC236}">
                <a16:creationId xmlns:a16="http://schemas.microsoft.com/office/drawing/2014/main" id="{BCEB0BB0-B142-8402-572D-9AD9961366B3}"/>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6330065" y="1523910"/>
            <a:ext cx="276225" cy="276225"/>
          </a:xfrm>
          <a:prstGeom prst="rect">
            <a:avLst/>
          </a:prstGeom>
        </p:spPr>
      </p:pic>
      <p:sp>
        <p:nvSpPr>
          <p:cNvPr id="8" name="Subtitle 1">
            <a:extLst>
              <a:ext uri="{FF2B5EF4-FFF2-40B4-BE49-F238E27FC236}">
                <a16:creationId xmlns:a16="http://schemas.microsoft.com/office/drawing/2014/main" id="{FA976F2E-0047-1D75-FB74-4FB1EB531EDC}"/>
              </a:ext>
            </a:extLst>
          </p:cNvPr>
          <p:cNvSpPr txBox="1">
            <a:spLocks/>
          </p:cNvSpPr>
          <p:nvPr/>
        </p:nvSpPr>
        <p:spPr>
          <a:xfrm>
            <a:off x="385805" y="4070387"/>
            <a:ext cx="3762374" cy="4021205"/>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40" name="Arrow: Pentagon 39">
            <a:extLst>
              <a:ext uri="{FF2B5EF4-FFF2-40B4-BE49-F238E27FC236}">
                <a16:creationId xmlns:a16="http://schemas.microsoft.com/office/drawing/2014/main" id="{B0900333-B9B0-0909-C624-294EC1C60F25}"/>
              </a:ext>
            </a:extLst>
          </p:cNvPr>
          <p:cNvSpPr/>
          <p:nvPr/>
        </p:nvSpPr>
        <p:spPr>
          <a:xfrm rot="5400000">
            <a:off x="1569790" y="3506017"/>
            <a:ext cx="1028367" cy="573211"/>
          </a:xfrm>
          <a:prstGeom prst="homePlate">
            <a:avLst/>
          </a:prstGeom>
          <a:gradFill>
            <a:gsLst>
              <a:gs pos="0">
                <a:schemeClr val="accent1">
                  <a:lumMod val="50000"/>
                </a:schemeClr>
              </a:gs>
              <a:gs pos="100000">
                <a:schemeClr val="accent1">
                  <a:lumMod val="75000"/>
                </a:schemeClr>
              </a:gs>
            </a:gsLst>
            <a:lin ang="0" scaled="0"/>
          </a:gradFill>
          <a:effectLst>
            <a:outerShdw blurRad="50800" dist="50800" dir="5400000" sx="92000" sy="92000" algn="ctr" rotWithShape="0">
              <a:schemeClr val="bg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Subtitle 1">
            <a:extLst>
              <a:ext uri="{FF2B5EF4-FFF2-40B4-BE49-F238E27FC236}">
                <a16:creationId xmlns:a16="http://schemas.microsoft.com/office/drawing/2014/main" id="{F2903EBF-4A8D-34E6-53B7-75A5CF9E72BD}"/>
              </a:ext>
            </a:extLst>
          </p:cNvPr>
          <p:cNvSpPr txBox="1">
            <a:spLocks/>
          </p:cNvSpPr>
          <p:nvPr/>
        </p:nvSpPr>
        <p:spPr>
          <a:xfrm>
            <a:off x="2083971" y="4678074"/>
            <a:ext cx="6220485" cy="102836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Arial" panose="020B0604020202020204" pitchFamily="34" charset="0"/>
              <a:buChar char="•"/>
            </a:pPr>
            <a:r>
              <a:rPr lang="en-US" sz="1200" dirty="0">
                <a:solidFill>
                  <a:schemeClr val="bg2"/>
                </a:solidFill>
              </a:rPr>
              <a:t> Our USP</a:t>
            </a:r>
          </a:p>
          <a:p>
            <a:pPr marL="742950" lvl="1" indent="-285750" algn="l">
              <a:buFont typeface="Arial" panose="020B0604020202020204" pitchFamily="34" charset="0"/>
              <a:buChar char="•"/>
            </a:pPr>
            <a:r>
              <a:rPr lang="en-US" sz="1200" dirty="0">
                <a:solidFill>
                  <a:schemeClr val="bg2"/>
                </a:solidFill>
              </a:rPr>
              <a:t>A modular, reusable AI assistant for scientific portals.</a:t>
            </a:r>
          </a:p>
          <a:p>
            <a:pPr marL="742950" lvl="1" indent="-285750" algn="l">
              <a:buFont typeface="Arial" panose="020B0604020202020204" pitchFamily="34" charset="0"/>
              <a:buChar char="•"/>
            </a:pPr>
            <a:r>
              <a:rPr lang="en-US" sz="1200" dirty="0">
                <a:solidFill>
                  <a:schemeClr val="bg2"/>
                </a:solidFill>
              </a:rPr>
              <a:t>Smart caching for real-time queries boosts performance over time.</a:t>
            </a:r>
          </a:p>
          <a:p>
            <a:pPr marL="742950" lvl="1" indent="-285750" algn="l">
              <a:buFont typeface="Arial" panose="020B0604020202020204" pitchFamily="34" charset="0"/>
              <a:buChar char="•"/>
            </a:pPr>
            <a:r>
              <a:rPr lang="en-US" sz="1200" dirty="0">
                <a:solidFill>
                  <a:schemeClr val="bg2"/>
                </a:solidFill>
              </a:rPr>
              <a:t>Designed for scalability across ISRO’s entire data ecosystem.</a:t>
            </a:r>
          </a:p>
        </p:txBody>
      </p:sp>
      <p:sp>
        <p:nvSpPr>
          <p:cNvPr id="42" name="Subtitle 1">
            <a:extLst>
              <a:ext uri="{FF2B5EF4-FFF2-40B4-BE49-F238E27FC236}">
                <a16:creationId xmlns:a16="http://schemas.microsoft.com/office/drawing/2014/main" id="{18EBFE59-6C4B-4FB1-F40B-18218FDBE4FD}"/>
              </a:ext>
            </a:extLst>
          </p:cNvPr>
          <p:cNvSpPr txBox="1">
            <a:spLocks/>
          </p:cNvSpPr>
          <p:nvPr/>
        </p:nvSpPr>
        <p:spPr>
          <a:xfrm>
            <a:off x="2083971" y="1854099"/>
            <a:ext cx="6220485" cy="1028366"/>
          </a:xfrm>
          <a:prstGeom prst="rect">
            <a:avLst/>
          </a:prstGeom>
        </p:spPr>
        <p:txBody>
          <a:bodyPr vert="horz" lIns="91440" tIns="45720" rIns="91440" bIns="45720" rtlCol="0">
            <a:normAutofit lnSpcReduction="10000"/>
          </a:bodyPr>
          <a:lstStyle>
            <a:lvl1pPr marL="0" indent="0" algn="l" defTabSz="914400" rtl="0" eaLnBrk="1" latinLnBrk="0" hangingPunct="1">
              <a:lnSpc>
                <a:spcPct val="150000"/>
              </a:lnSpc>
              <a:spcBef>
                <a:spcPts val="1000"/>
              </a:spcBef>
              <a:buFont typeface="Arial" panose="020B0604020202020204" pitchFamily="34" charset="0"/>
              <a:buNone/>
              <a:defRPr sz="1300" kern="1200">
                <a:solidFill>
                  <a:schemeClr val="bg1"/>
                </a:solidFill>
                <a:latin typeface="+mn-lt"/>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Arial" panose="020B0604020202020204" pitchFamily="34" charset="0"/>
              <a:buChar char="•"/>
            </a:pPr>
            <a:r>
              <a:rPr lang="en-US" sz="1200"/>
              <a:t> Different from Existing Ideas:</a:t>
            </a:r>
          </a:p>
          <a:p>
            <a:pPr marL="742950" lvl="1" indent="-285750" algn="l">
              <a:buFont typeface="Arial" panose="020B0604020202020204" pitchFamily="34" charset="0"/>
              <a:buChar char="•"/>
            </a:pPr>
            <a:r>
              <a:rPr lang="en-US" sz="1200">
                <a:solidFill>
                  <a:schemeClr val="bg2"/>
                </a:solidFill>
              </a:rPr>
              <a:t>Combines static and dynamic data handling—most bots handle only one.</a:t>
            </a:r>
          </a:p>
          <a:p>
            <a:pPr marL="742950" lvl="1" indent="-285750" algn="l">
              <a:buFont typeface="Arial" panose="020B0604020202020204" pitchFamily="34" charset="0"/>
              <a:buChar char="•"/>
            </a:pPr>
            <a:r>
              <a:rPr lang="en-US" sz="1200">
                <a:solidFill>
                  <a:schemeClr val="bg2"/>
                </a:solidFill>
              </a:rPr>
              <a:t>Builds an evolving knowledge graph in real time.</a:t>
            </a:r>
          </a:p>
          <a:p>
            <a:pPr marL="742950" lvl="1" indent="-285750" algn="l">
              <a:buFont typeface="Arial" panose="020B0604020202020204" pitchFamily="34" charset="0"/>
              <a:buChar char="•"/>
            </a:pPr>
            <a:r>
              <a:rPr lang="en-US" sz="1200">
                <a:solidFill>
                  <a:schemeClr val="bg2"/>
                </a:solidFill>
              </a:rPr>
              <a:t>Uses intent-aware routing to deliver precise answers fast.</a:t>
            </a:r>
            <a:endParaRPr lang="en-US" sz="1200" dirty="0">
              <a:solidFill>
                <a:schemeClr val="bg2"/>
              </a:solidFill>
            </a:endParaRPr>
          </a:p>
        </p:txBody>
      </p:sp>
      <p:sp>
        <p:nvSpPr>
          <p:cNvPr id="39" name="Arrow: Pentagon 38">
            <a:extLst>
              <a:ext uri="{FF2B5EF4-FFF2-40B4-BE49-F238E27FC236}">
                <a16:creationId xmlns:a16="http://schemas.microsoft.com/office/drawing/2014/main" id="{CA73F9EE-175C-009D-3DA6-23CE0C43922F}"/>
              </a:ext>
            </a:extLst>
          </p:cNvPr>
          <p:cNvSpPr/>
          <p:nvPr/>
        </p:nvSpPr>
        <p:spPr>
          <a:xfrm rot="5400000">
            <a:off x="1569789" y="4905652"/>
            <a:ext cx="1028367" cy="573211"/>
          </a:xfrm>
          <a:prstGeom prst="homePlate">
            <a:avLst/>
          </a:prstGeom>
          <a:gradFill>
            <a:gsLst>
              <a:gs pos="0">
                <a:schemeClr val="accent1">
                  <a:lumMod val="50000"/>
                </a:schemeClr>
              </a:gs>
              <a:gs pos="100000">
                <a:schemeClr val="accent1">
                  <a:lumMod val="75000"/>
                </a:schemeClr>
              </a:gs>
            </a:gsLst>
            <a:lin ang="0" scaled="0"/>
          </a:gradFill>
          <a:effectLst>
            <a:outerShdw blurRad="50800" dist="50800" dir="5400000" sx="92000" sy="92000" algn="ctr" rotWithShape="0">
              <a:schemeClr val="bg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Pentagon 26">
            <a:extLst>
              <a:ext uri="{FF2B5EF4-FFF2-40B4-BE49-F238E27FC236}">
                <a16:creationId xmlns:a16="http://schemas.microsoft.com/office/drawing/2014/main" id="{07CB03D5-B6A8-A7C3-312D-FBEEA404B241}"/>
              </a:ext>
            </a:extLst>
          </p:cNvPr>
          <p:cNvSpPr/>
          <p:nvPr/>
        </p:nvSpPr>
        <p:spPr>
          <a:xfrm rot="5400000">
            <a:off x="1569790" y="2112189"/>
            <a:ext cx="1028367" cy="573211"/>
          </a:xfrm>
          <a:prstGeom prst="homePlate">
            <a:avLst/>
          </a:prstGeom>
          <a:gradFill>
            <a:gsLst>
              <a:gs pos="0">
                <a:schemeClr val="accent1">
                  <a:lumMod val="50000"/>
                </a:schemeClr>
              </a:gs>
              <a:gs pos="100000">
                <a:schemeClr val="accent1">
                  <a:lumMod val="75000"/>
                </a:schemeClr>
              </a:gs>
            </a:gsLst>
            <a:lin ang="0" scaled="0"/>
          </a:gradFill>
          <a:effectLst>
            <a:outerShdw blurRad="50800" dist="50800" dir="5400000" sx="92000" sy="92000" algn="ctr" rotWithShape="0">
              <a:schemeClr val="bg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EE4BDCB8-96E0-777B-242B-84FA925120BE}"/>
              </a:ext>
            </a:extLst>
          </p:cNvPr>
          <p:cNvPicPr>
            <a:picLocks noChangeAspect="1"/>
          </p:cNvPicPr>
          <p:nvPr/>
        </p:nvPicPr>
        <p:blipFill>
          <a:blip r:embed="rId3"/>
          <a:stretch>
            <a:fillRect/>
          </a:stretch>
        </p:blipFill>
        <p:spPr>
          <a:xfrm>
            <a:off x="180000" y="180000"/>
            <a:ext cx="1411915" cy="1260000"/>
          </a:xfrm>
          <a:prstGeom prst="rect">
            <a:avLst/>
          </a:prstGeom>
        </p:spPr>
      </p:pic>
    </p:spTree>
    <p:extLst>
      <p:ext uri="{BB962C8B-B14F-4D97-AF65-F5344CB8AC3E}">
        <p14:creationId xmlns:p14="http://schemas.microsoft.com/office/powerpoint/2010/main" val="2777529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AFA3DB-2484-4141-B075-BB2ED497C83C}"/>
              </a:ext>
            </a:extLst>
          </p:cNvPr>
          <p:cNvSpPr>
            <a:spLocks noGrp="1"/>
          </p:cNvSpPr>
          <p:nvPr>
            <p:ph type="ctrTitle"/>
          </p:nvPr>
        </p:nvSpPr>
        <p:spPr>
          <a:xfrm>
            <a:off x="878174" y="1273088"/>
            <a:ext cx="9144000" cy="495232"/>
          </a:xfrm>
        </p:spPr>
        <p:txBody>
          <a:bodyPr/>
          <a:lstStyle/>
          <a:p>
            <a:r>
              <a:rPr lang="en-US" dirty="0"/>
              <a:t>Core Capabilities:</a:t>
            </a:r>
          </a:p>
        </p:txBody>
      </p:sp>
      <p:sp>
        <p:nvSpPr>
          <p:cNvPr id="2" name="Subtitle 1">
            <a:extLst>
              <a:ext uri="{FF2B5EF4-FFF2-40B4-BE49-F238E27FC236}">
                <a16:creationId xmlns:a16="http://schemas.microsoft.com/office/drawing/2014/main" id="{51B583E2-645B-4333-9C6E-3AD0BB26C47E}"/>
              </a:ext>
            </a:extLst>
          </p:cNvPr>
          <p:cNvSpPr>
            <a:spLocks noGrp="1"/>
          </p:cNvSpPr>
          <p:nvPr>
            <p:ph type="subTitle" idx="1"/>
          </p:nvPr>
        </p:nvSpPr>
        <p:spPr>
          <a:xfrm>
            <a:off x="858078" y="1714005"/>
            <a:ext cx="10164964" cy="4021205"/>
          </a:xfrm>
        </p:spPr>
        <p:txBody>
          <a:bodyPr>
            <a:normAutofit fontScale="92500" lnSpcReduction="20000"/>
          </a:bodyPr>
          <a:lstStyle/>
          <a:p>
            <a:r>
              <a:rPr lang="en-US" dirty="0"/>
              <a:t>1️⃣ </a:t>
            </a:r>
            <a:r>
              <a:rPr lang="en-US" b="1" i="1" dirty="0"/>
              <a:t>Understands Natural Language in a Smart, Human-Like Way</a:t>
            </a:r>
          </a:p>
          <a:p>
            <a:pPr marL="285750" indent="-285750">
              <a:buFont typeface="Arial" panose="020B0604020202020204" pitchFamily="34" charset="0"/>
              <a:buChar char="•"/>
            </a:pPr>
            <a:r>
              <a:rPr lang="en-US" dirty="0"/>
              <a:t>The assistant can interpret everyday language, allowing users to ask questions in simple terms—like “Show me rainfall data from last week for Kerala”—without needing technical knowledge or exact keywords.</a:t>
            </a:r>
          </a:p>
          <a:p>
            <a:r>
              <a:rPr lang="en-US" dirty="0"/>
              <a:t>2️⃣</a:t>
            </a:r>
            <a:r>
              <a:rPr lang="en-US" b="1" i="1" dirty="0"/>
              <a:t> Retrieves Both Static Information and Live Satellite Data</a:t>
            </a:r>
          </a:p>
          <a:p>
            <a:pPr marL="285750" indent="-285750">
              <a:buFont typeface="Arial" panose="020B0604020202020204" pitchFamily="34" charset="0"/>
              <a:buChar char="•"/>
            </a:pPr>
            <a:r>
              <a:rPr lang="en-US" dirty="0"/>
              <a:t>Whether the answer lies in a user manual, product catalog, or needs real-time satellite imagery, the bot knows where to look. It intelligently decides when to search pre-existing data or fetch fresh information from the live MOSDAC portal.</a:t>
            </a:r>
          </a:p>
          <a:p>
            <a:r>
              <a:rPr lang="en-US" dirty="0"/>
              <a:t>3️⃣ </a:t>
            </a:r>
            <a:r>
              <a:rPr lang="en-US" b="1" i="1" dirty="0"/>
              <a:t>Keeps Track of the Conversation for Contextual Responses</a:t>
            </a:r>
          </a:p>
          <a:p>
            <a:pPr marL="285750" indent="-285750">
              <a:buFont typeface="Arial" panose="020B0604020202020204" pitchFamily="34" charset="0"/>
              <a:buChar char="•"/>
            </a:pPr>
            <a:r>
              <a:rPr lang="en-US" dirty="0"/>
              <a:t>The bot remembers what the user said earlier, making follow-up questions feel natural. For example, if you ask about a satellite and then say “show rainfall from it,” it understands what "it" refers to—just like a human would.</a:t>
            </a:r>
          </a:p>
          <a:p>
            <a:r>
              <a:rPr lang="en-US" dirty="0"/>
              <a:t>4️⃣ </a:t>
            </a:r>
            <a:r>
              <a:rPr lang="en-US" b="1" i="1" dirty="0"/>
              <a:t>Gets Smarter Over Time by Learning from Users</a:t>
            </a:r>
          </a:p>
          <a:p>
            <a:pPr marL="285750" indent="-285750">
              <a:buFont typeface="Arial" panose="020B0604020202020204" pitchFamily="34" charset="0"/>
              <a:buChar char="•"/>
            </a:pPr>
            <a:r>
              <a:rPr lang="en-US" dirty="0"/>
              <a:t>Every interaction helps improve the system. The bot adapts to new types of queries, identifies gaps in knowledge, and expands its responses based on feedback—ensuring that it becomes more accurate and helpful with use.</a:t>
            </a:r>
          </a:p>
        </p:txBody>
      </p:sp>
      <p:pic>
        <p:nvPicPr>
          <p:cNvPr id="7" name="Picture 6" descr="Encircled red dot">
            <a:extLst>
              <a:ext uri="{FF2B5EF4-FFF2-40B4-BE49-F238E27FC236}">
                <a16:creationId xmlns:a16="http://schemas.microsoft.com/office/drawing/2014/main" id="{7B21183F-FCE4-4F71-9E37-387D63DE41B6}"/>
              </a:ext>
            </a:extLst>
          </p:cNvPr>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5202305" y="1523910"/>
            <a:ext cx="276225" cy="276225"/>
          </a:xfrm>
          <a:prstGeom prst="rect">
            <a:avLst/>
          </a:prstGeom>
        </p:spPr>
      </p:pic>
      <p:pic>
        <p:nvPicPr>
          <p:cNvPr id="22" name="Picture 21">
            <a:extLst>
              <a:ext uri="{FF2B5EF4-FFF2-40B4-BE49-F238E27FC236}">
                <a16:creationId xmlns:a16="http://schemas.microsoft.com/office/drawing/2014/main" id="{2B5E16C4-7EE2-E5C4-EFAA-9FC270642B12}"/>
              </a:ext>
            </a:extLst>
          </p:cNvPr>
          <p:cNvPicPr>
            <a:picLocks noChangeAspect="1"/>
          </p:cNvPicPr>
          <p:nvPr/>
        </p:nvPicPr>
        <p:blipFill>
          <a:blip r:embed="rId3"/>
          <a:stretch>
            <a:fillRect/>
          </a:stretch>
        </p:blipFill>
        <p:spPr>
          <a:xfrm>
            <a:off x="180000" y="180000"/>
            <a:ext cx="1411915" cy="1260000"/>
          </a:xfrm>
          <a:prstGeom prst="rect">
            <a:avLst/>
          </a:prstGeom>
        </p:spPr>
      </p:pic>
    </p:spTree>
    <p:extLst>
      <p:ext uri="{BB962C8B-B14F-4D97-AF65-F5344CB8AC3E}">
        <p14:creationId xmlns:p14="http://schemas.microsoft.com/office/powerpoint/2010/main" val="3112949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E272-5DDC-EC3A-72BB-BBFAE960556D}"/>
              </a:ext>
            </a:extLst>
          </p:cNvPr>
          <p:cNvSpPr>
            <a:spLocks noGrp="1"/>
          </p:cNvSpPr>
          <p:nvPr>
            <p:ph type="ctrTitle"/>
          </p:nvPr>
        </p:nvSpPr>
        <p:spPr>
          <a:xfrm>
            <a:off x="870855" y="1282273"/>
            <a:ext cx="9144000" cy="495232"/>
          </a:xfrm>
        </p:spPr>
        <p:txBody>
          <a:bodyPr/>
          <a:lstStyle/>
          <a:p>
            <a:r>
              <a:rPr lang="en-US" dirty="0"/>
              <a:t>System flow diagram:</a:t>
            </a:r>
            <a:endParaRPr lang="en-IN" dirty="0"/>
          </a:p>
        </p:txBody>
      </p:sp>
      <p:pic>
        <p:nvPicPr>
          <p:cNvPr id="5" name="Picture 4">
            <a:extLst>
              <a:ext uri="{FF2B5EF4-FFF2-40B4-BE49-F238E27FC236}">
                <a16:creationId xmlns:a16="http://schemas.microsoft.com/office/drawing/2014/main" id="{4F69BDC1-27A8-FAF7-363B-37837D955184}"/>
              </a:ext>
            </a:extLst>
          </p:cNvPr>
          <p:cNvPicPr>
            <a:picLocks noChangeAspect="1"/>
          </p:cNvPicPr>
          <p:nvPr/>
        </p:nvPicPr>
        <p:blipFill>
          <a:blip r:embed="rId2"/>
          <a:stretch>
            <a:fillRect/>
          </a:stretch>
        </p:blipFill>
        <p:spPr>
          <a:xfrm>
            <a:off x="180000" y="180000"/>
            <a:ext cx="1411915" cy="1260000"/>
          </a:xfrm>
          <a:prstGeom prst="rect">
            <a:avLst/>
          </a:prstGeom>
        </p:spPr>
      </p:pic>
      <p:pic>
        <p:nvPicPr>
          <p:cNvPr id="7" name="Picture 6">
            <a:extLst>
              <a:ext uri="{FF2B5EF4-FFF2-40B4-BE49-F238E27FC236}">
                <a16:creationId xmlns:a16="http://schemas.microsoft.com/office/drawing/2014/main" id="{294A6843-C2FF-0EB8-A909-A6CE1D64024F}"/>
              </a:ext>
            </a:extLst>
          </p:cNvPr>
          <p:cNvPicPr>
            <a:picLocks noChangeAspect="1"/>
          </p:cNvPicPr>
          <p:nvPr/>
        </p:nvPicPr>
        <p:blipFill>
          <a:blip r:embed="rId3"/>
          <a:stretch>
            <a:fillRect/>
          </a:stretch>
        </p:blipFill>
        <p:spPr>
          <a:xfrm>
            <a:off x="977341" y="2202417"/>
            <a:ext cx="10237318" cy="3187778"/>
          </a:xfrm>
          <a:prstGeom prst="rect">
            <a:avLst/>
          </a:prstGeom>
        </p:spPr>
      </p:pic>
    </p:spTree>
    <p:extLst>
      <p:ext uri="{BB962C8B-B14F-4D97-AF65-F5344CB8AC3E}">
        <p14:creationId xmlns:p14="http://schemas.microsoft.com/office/powerpoint/2010/main" val="270023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A8DC-0962-999D-E870-5EBE713EC661}"/>
              </a:ext>
            </a:extLst>
          </p:cNvPr>
          <p:cNvSpPr>
            <a:spLocks noGrp="1"/>
          </p:cNvSpPr>
          <p:nvPr>
            <p:ph type="ctrTitle"/>
          </p:nvPr>
        </p:nvSpPr>
        <p:spPr>
          <a:xfrm>
            <a:off x="888222" y="1283134"/>
            <a:ext cx="9144000" cy="495232"/>
          </a:xfrm>
        </p:spPr>
        <p:txBody>
          <a:bodyPr/>
          <a:lstStyle/>
          <a:p>
            <a:r>
              <a:rPr lang="en-US" dirty="0"/>
              <a:t>Architecture diagram:</a:t>
            </a:r>
            <a:endParaRPr lang="en-IN" dirty="0"/>
          </a:p>
        </p:txBody>
      </p:sp>
      <p:pic>
        <p:nvPicPr>
          <p:cNvPr id="5" name="Picture 4">
            <a:extLst>
              <a:ext uri="{FF2B5EF4-FFF2-40B4-BE49-F238E27FC236}">
                <a16:creationId xmlns:a16="http://schemas.microsoft.com/office/drawing/2014/main" id="{E7C32F46-B94E-A026-DB54-D46052F96091}"/>
              </a:ext>
            </a:extLst>
          </p:cNvPr>
          <p:cNvPicPr>
            <a:picLocks noChangeAspect="1"/>
          </p:cNvPicPr>
          <p:nvPr/>
        </p:nvPicPr>
        <p:blipFill>
          <a:blip r:embed="rId2"/>
          <a:stretch>
            <a:fillRect/>
          </a:stretch>
        </p:blipFill>
        <p:spPr>
          <a:xfrm>
            <a:off x="180000" y="180000"/>
            <a:ext cx="1411915" cy="1260000"/>
          </a:xfrm>
          <a:prstGeom prst="rect">
            <a:avLst/>
          </a:prstGeom>
        </p:spPr>
      </p:pic>
      <p:pic>
        <p:nvPicPr>
          <p:cNvPr id="4" name="Picture 3">
            <a:extLst>
              <a:ext uri="{FF2B5EF4-FFF2-40B4-BE49-F238E27FC236}">
                <a16:creationId xmlns:a16="http://schemas.microsoft.com/office/drawing/2014/main" id="{EF13334D-458D-F8A9-5751-04FDC3675580}"/>
              </a:ext>
            </a:extLst>
          </p:cNvPr>
          <p:cNvPicPr>
            <a:picLocks noChangeAspect="1"/>
          </p:cNvPicPr>
          <p:nvPr/>
        </p:nvPicPr>
        <p:blipFill>
          <a:blip r:embed="rId3"/>
          <a:stretch>
            <a:fillRect/>
          </a:stretch>
        </p:blipFill>
        <p:spPr>
          <a:xfrm>
            <a:off x="7195446" y="2048764"/>
            <a:ext cx="4622687" cy="3816571"/>
          </a:xfrm>
          <a:prstGeom prst="rect">
            <a:avLst/>
          </a:prstGeom>
        </p:spPr>
      </p:pic>
      <p:sp>
        <p:nvSpPr>
          <p:cNvPr id="16" name="TextBox 15">
            <a:extLst>
              <a:ext uri="{FF2B5EF4-FFF2-40B4-BE49-F238E27FC236}">
                <a16:creationId xmlns:a16="http://schemas.microsoft.com/office/drawing/2014/main" id="{CD7B899A-1BC3-FE8A-A022-6773C02FF103}"/>
              </a:ext>
            </a:extLst>
          </p:cNvPr>
          <p:cNvSpPr txBox="1"/>
          <p:nvPr/>
        </p:nvSpPr>
        <p:spPr>
          <a:xfrm>
            <a:off x="664892" y="1758128"/>
            <a:ext cx="6530554" cy="4524315"/>
          </a:xfrm>
          <a:prstGeom prst="rect">
            <a:avLst/>
          </a:prstGeom>
          <a:noFill/>
        </p:spPr>
        <p:txBody>
          <a:bodyPr wrap="square" rtlCol="0">
            <a:spAutoFit/>
          </a:bodyPr>
          <a:lstStyle/>
          <a:p>
            <a:r>
              <a:rPr lang="en-US" sz="1200" dirty="0">
                <a:solidFill>
                  <a:schemeClr val="bg1"/>
                </a:solidFill>
              </a:rPr>
              <a:t>🖥️ </a:t>
            </a:r>
            <a:r>
              <a:rPr lang="en-US" sz="1200" b="1" dirty="0">
                <a:solidFill>
                  <a:schemeClr val="bg1"/>
                </a:solidFill>
              </a:rPr>
              <a:t>Frontend (React.js):</a:t>
            </a:r>
          </a:p>
          <a:p>
            <a:r>
              <a:rPr lang="en-US" sz="1200" dirty="0">
                <a:solidFill>
                  <a:schemeClr val="bg1"/>
                </a:solidFill>
              </a:rPr>
              <a:t>At the top, users interact with a sleek chatbot interface built using React.js. This isn’t just a chat box—it also shows visualizations from the knowledge graph so users can explore data relationships in a more intuitive way.</a:t>
            </a:r>
          </a:p>
          <a:p>
            <a:endParaRPr lang="en-US" sz="1200" dirty="0">
              <a:solidFill>
                <a:schemeClr val="bg1"/>
              </a:solidFill>
            </a:endParaRPr>
          </a:p>
          <a:p>
            <a:r>
              <a:rPr lang="en-US" sz="1200" dirty="0">
                <a:solidFill>
                  <a:schemeClr val="bg1"/>
                </a:solidFill>
              </a:rPr>
              <a:t>🚪 </a:t>
            </a:r>
            <a:r>
              <a:rPr lang="en-US" sz="1200" b="1" dirty="0">
                <a:solidFill>
                  <a:schemeClr val="bg1"/>
                </a:solidFill>
              </a:rPr>
              <a:t>Spring Boot Gateway:</a:t>
            </a:r>
          </a:p>
          <a:p>
            <a:r>
              <a:rPr lang="en-US" sz="1200" dirty="0">
                <a:solidFill>
                  <a:schemeClr val="bg1"/>
                </a:solidFill>
              </a:rPr>
              <a:t>Every request goes through a central Spring Boot API Gateway. Think of this as the system’s traffic controller. It handles authentication, routing, and ensures the right services are triggered at the right time.</a:t>
            </a:r>
          </a:p>
          <a:p>
            <a:endParaRPr lang="en-US" sz="1200" dirty="0">
              <a:solidFill>
                <a:schemeClr val="bg1"/>
              </a:solidFill>
            </a:endParaRPr>
          </a:p>
          <a:p>
            <a:r>
              <a:rPr lang="en-US" sz="1200" dirty="0">
                <a:solidFill>
                  <a:schemeClr val="bg1"/>
                </a:solidFill>
              </a:rPr>
              <a:t>🔍 </a:t>
            </a:r>
            <a:r>
              <a:rPr lang="en-US" sz="1200" b="1" dirty="0">
                <a:solidFill>
                  <a:schemeClr val="bg1"/>
                </a:solidFill>
              </a:rPr>
              <a:t>Query Processing Service :</a:t>
            </a:r>
          </a:p>
          <a:p>
            <a:r>
              <a:rPr lang="en-US" sz="1200" dirty="0">
                <a:solidFill>
                  <a:schemeClr val="bg1"/>
                </a:solidFill>
              </a:rPr>
              <a:t>Once the user's query is received, the Query Processing Service—powered by a mix of Spring Boot and Python—analyzes it using AI models. It detects the intent behind the query and figures out whether it can be answered from static content or needs dynamic data.</a:t>
            </a:r>
          </a:p>
          <a:p>
            <a:endParaRPr lang="en-US" sz="1200" dirty="0">
              <a:solidFill>
                <a:schemeClr val="bg1"/>
              </a:solidFill>
            </a:endParaRPr>
          </a:p>
          <a:p>
            <a:r>
              <a:rPr lang="en-US" sz="1200" dirty="0">
                <a:solidFill>
                  <a:schemeClr val="bg1"/>
                </a:solidFill>
              </a:rPr>
              <a:t>📚 </a:t>
            </a:r>
            <a:r>
              <a:rPr lang="en-US" sz="1200" b="1" dirty="0">
                <a:solidFill>
                  <a:schemeClr val="bg1"/>
                </a:solidFill>
              </a:rPr>
              <a:t>Static Content Service:</a:t>
            </a:r>
          </a:p>
          <a:p>
            <a:r>
              <a:rPr lang="en-US" sz="1200" dirty="0">
                <a:solidFill>
                  <a:schemeClr val="bg1"/>
                </a:solidFill>
              </a:rPr>
              <a:t>If the answer is something that’s already available—like an FAQ, documentation, or metadata—it’s retrieved from a well-organized PostgreSQL database through the Static Content Service. This service quickly fetches and formats answers using pre-indexed data.</a:t>
            </a:r>
          </a:p>
          <a:p>
            <a:endParaRPr lang="en-US" sz="1200" dirty="0">
              <a:solidFill>
                <a:schemeClr val="bg1"/>
              </a:solidFill>
            </a:endParaRPr>
          </a:p>
          <a:p>
            <a:r>
              <a:rPr lang="en-US" sz="1200" dirty="0">
                <a:solidFill>
                  <a:schemeClr val="bg1"/>
                </a:solidFill>
              </a:rPr>
              <a:t>🌐 </a:t>
            </a:r>
            <a:r>
              <a:rPr lang="en-US" sz="1200" b="1" dirty="0">
                <a:solidFill>
                  <a:schemeClr val="bg1"/>
                </a:solidFill>
              </a:rPr>
              <a:t>Dynamic Scraping Service:</a:t>
            </a:r>
          </a:p>
          <a:p>
            <a:r>
              <a:rPr lang="en-US" sz="1200" dirty="0">
                <a:solidFill>
                  <a:schemeClr val="bg1"/>
                </a:solidFill>
              </a:rPr>
              <a:t>If the query demands up-to-the-minute information (like the latest satellite imagery), the system calls in the Dynamic Scraping Service. This module, built in Python with Playwright, browses the MOSDAC portal live—just like a human would—and pulls the latest data instantly.</a:t>
            </a:r>
            <a:endParaRPr lang="en-IN" sz="1200" dirty="0">
              <a:solidFill>
                <a:schemeClr val="bg1"/>
              </a:solidFill>
            </a:endParaRPr>
          </a:p>
        </p:txBody>
      </p:sp>
    </p:spTree>
    <p:extLst>
      <p:ext uri="{BB962C8B-B14F-4D97-AF65-F5344CB8AC3E}">
        <p14:creationId xmlns:p14="http://schemas.microsoft.com/office/powerpoint/2010/main" val="662511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4D99-573C-FB47-9F89-C21CFD7F1B47}"/>
              </a:ext>
            </a:extLst>
          </p:cNvPr>
          <p:cNvSpPr>
            <a:spLocks noGrp="1"/>
          </p:cNvSpPr>
          <p:nvPr>
            <p:ph type="ctrTitle"/>
          </p:nvPr>
        </p:nvSpPr>
        <p:spPr>
          <a:xfrm>
            <a:off x="878174" y="1263035"/>
            <a:ext cx="9144000" cy="495232"/>
          </a:xfrm>
        </p:spPr>
        <p:txBody>
          <a:bodyPr/>
          <a:lstStyle/>
          <a:p>
            <a:r>
              <a:rPr lang="en-US" dirty="0"/>
              <a:t>Technology Stack:</a:t>
            </a:r>
            <a:endParaRPr lang="en-IN" dirty="0"/>
          </a:p>
        </p:txBody>
      </p:sp>
      <p:pic>
        <p:nvPicPr>
          <p:cNvPr id="5" name="Picture 4">
            <a:extLst>
              <a:ext uri="{FF2B5EF4-FFF2-40B4-BE49-F238E27FC236}">
                <a16:creationId xmlns:a16="http://schemas.microsoft.com/office/drawing/2014/main" id="{6A1B4F4C-92D1-6561-B1D5-92F2F3FA5C8E}"/>
              </a:ext>
            </a:extLst>
          </p:cNvPr>
          <p:cNvPicPr>
            <a:picLocks noChangeAspect="1"/>
          </p:cNvPicPr>
          <p:nvPr/>
        </p:nvPicPr>
        <p:blipFill>
          <a:blip r:embed="rId2"/>
          <a:stretch>
            <a:fillRect/>
          </a:stretch>
        </p:blipFill>
        <p:spPr>
          <a:xfrm>
            <a:off x="180000" y="180000"/>
            <a:ext cx="1411915" cy="1260000"/>
          </a:xfrm>
          <a:prstGeom prst="rect">
            <a:avLst/>
          </a:prstGeom>
        </p:spPr>
      </p:pic>
      <p:sp>
        <p:nvSpPr>
          <p:cNvPr id="6" name="Rectangle 5">
            <a:extLst>
              <a:ext uri="{FF2B5EF4-FFF2-40B4-BE49-F238E27FC236}">
                <a16:creationId xmlns:a16="http://schemas.microsoft.com/office/drawing/2014/main" id="{1D96BE32-844C-629B-6E45-489B89A5E8DB}"/>
              </a:ext>
            </a:extLst>
          </p:cNvPr>
          <p:cNvSpPr/>
          <p:nvPr/>
        </p:nvSpPr>
        <p:spPr>
          <a:xfrm>
            <a:off x="968917" y="1899138"/>
            <a:ext cx="3231294" cy="4461469"/>
          </a:xfrm>
          <a:prstGeom prst="rect">
            <a:avLst/>
          </a:prstGeom>
          <a:noFill/>
          <a:ln>
            <a:solidFill>
              <a:schemeClr val="bg2"/>
            </a:solidFill>
          </a:ln>
          <a:effectLst>
            <a:glow rad="127000">
              <a:schemeClr val="bg2">
                <a:lumMod val="2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BB15882-C9D0-26C9-CA90-6D06C791C5D8}"/>
              </a:ext>
            </a:extLst>
          </p:cNvPr>
          <p:cNvSpPr/>
          <p:nvPr/>
        </p:nvSpPr>
        <p:spPr>
          <a:xfrm>
            <a:off x="4480353" y="1899137"/>
            <a:ext cx="3231294" cy="4461469"/>
          </a:xfrm>
          <a:prstGeom prst="rect">
            <a:avLst/>
          </a:prstGeom>
          <a:noFill/>
          <a:ln>
            <a:solidFill>
              <a:schemeClr val="bg2"/>
            </a:solidFill>
          </a:ln>
          <a:effectLst>
            <a:glow rad="127000">
              <a:schemeClr val="bg2">
                <a:lumMod val="2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247A70FC-D47D-C4B6-8F28-A0D1500A430D}"/>
              </a:ext>
            </a:extLst>
          </p:cNvPr>
          <p:cNvSpPr/>
          <p:nvPr/>
        </p:nvSpPr>
        <p:spPr>
          <a:xfrm>
            <a:off x="7991789" y="1899137"/>
            <a:ext cx="3231294" cy="4461469"/>
          </a:xfrm>
          <a:prstGeom prst="rect">
            <a:avLst/>
          </a:prstGeom>
          <a:noFill/>
          <a:ln>
            <a:solidFill>
              <a:schemeClr val="bg2"/>
            </a:solidFill>
          </a:ln>
          <a:effectLst>
            <a:glow rad="101600">
              <a:schemeClr val="bg2">
                <a:lumMod val="50000"/>
                <a:alpha val="6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BFCD813-9C3D-D5EB-C59B-F480452F31CB}"/>
              </a:ext>
            </a:extLst>
          </p:cNvPr>
          <p:cNvSpPr txBox="1"/>
          <p:nvPr/>
        </p:nvSpPr>
        <p:spPr>
          <a:xfrm>
            <a:off x="1923966" y="2140284"/>
            <a:ext cx="1321196" cy="461665"/>
          </a:xfrm>
          <a:prstGeom prst="rect">
            <a:avLst/>
          </a:prstGeom>
          <a:noFill/>
        </p:spPr>
        <p:txBody>
          <a:bodyPr wrap="none" rtlCol="0">
            <a:spAutoFit/>
          </a:bodyPr>
          <a:lstStyle/>
          <a:p>
            <a:r>
              <a:rPr lang="en-US" sz="2400" b="1" i="1" dirty="0">
                <a:solidFill>
                  <a:schemeClr val="bg2"/>
                </a:solidFill>
              </a:rPr>
              <a:t>Frontend</a:t>
            </a:r>
            <a:endParaRPr lang="en-IN" sz="2400" b="1" i="1" dirty="0">
              <a:solidFill>
                <a:schemeClr val="bg2"/>
              </a:solidFill>
            </a:endParaRPr>
          </a:p>
        </p:txBody>
      </p:sp>
      <p:sp>
        <p:nvSpPr>
          <p:cNvPr id="10" name="TextBox 9">
            <a:extLst>
              <a:ext uri="{FF2B5EF4-FFF2-40B4-BE49-F238E27FC236}">
                <a16:creationId xmlns:a16="http://schemas.microsoft.com/office/drawing/2014/main" id="{EDF82117-75A1-9154-293B-D915DA6F60D0}"/>
              </a:ext>
            </a:extLst>
          </p:cNvPr>
          <p:cNvSpPr txBox="1"/>
          <p:nvPr/>
        </p:nvSpPr>
        <p:spPr>
          <a:xfrm>
            <a:off x="5472271" y="2155364"/>
            <a:ext cx="1247457" cy="461665"/>
          </a:xfrm>
          <a:prstGeom prst="rect">
            <a:avLst/>
          </a:prstGeom>
          <a:noFill/>
        </p:spPr>
        <p:txBody>
          <a:bodyPr wrap="none" rtlCol="0">
            <a:spAutoFit/>
          </a:bodyPr>
          <a:lstStyle/>
          <a:p>
            <a:r>
              <a:rPr lang="en-US" sz="2400" b="1" i="1" dirty="0">
                <a:solidFill>
                  <a:schemeClr val="bg2"/>
                </a:solidFill>
              </a:rPr>
              <a:t>Backend</a:t>
            </a:r>
            <a:endParaRPr lang="en-IN" sz="2400" b="1" i="1" dirty="0">
              <a:solidFill>
                <a:schemeClr val="bg2"/>
              </a:solidFill>
            </a:endParaRPr>
          </a:p>
        </p:txBody>
      </p:sp>
      <p:sp>
        <p:nvSpPr>
          <p:cNvPr id="11" name="TextBox 10">
            <a:extLst>
              <a:ext uri="{FF2B5EF4-FFF2-40B4-BE49-F238E27FC236}">
                <a16:creationId xmlns:a16="http://schemas.microsoft.com/office/drawing/2014/main" id="{0DD099EC-F49A-8A74-A374-BE3D98371E76}"/>
              </a:ext>
            </a:extLst>
          </p:cNvPr>
          <p:cNvSpPr txBox="1"/>
          <p:nvPr/>
        </p:nvSpPr>
        <p:spPr>
          <a:xfrm>
            <a:off x="9051835" y="2133595"/>
            <a:ext cx="1111202" cy="461665"/>
          </a:xfrm>
          <a:prstGeom prst="rect">
            <a:avLst/>
          </a:prstGeom>
          <a:noFill/>
        </p:spPr>
        <p:txBody>
          <a:bodyPr wrap="none" rtlCol="0">
            <a:spAutoFit/>
          </a:bodyPr>
          <a:lstStyle/>
          <a:p>
            <a:r>
              <a:rPr lang="en-US" sz="2400" b="1" i="1" dirty="0">
                <a:solidFill>
                  <a:schemeClr val="bg2"/>
                </a:solidFill>
              </a:rPr>
              <a:t>AI / ML</a:t>
            </a:r>
            <a:endParaRPr lang="en-IN" sz="2400" b="1" i="1" dirty="0">
              <a:solidFill>
                <a:schemeClr val="bg2"/>
              </a:solidFill>
            </a:endParaRPr>
          </a:p>
        </p:txBody>
      </p:sp>
    </p:spTree>
    <p:extLst>
      <p:ext uri="{BB962C8B-B14F-4D97-AF65-F5344CB8AC3E}">
        <p14:creationId xmlns:p14="http://schemas.microsoft.com/office/powerpoint/2010/main" val="997436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7437ED7-F811-44B7-B0EF-115246AA9E6F}"/>
              </a:ext>
            </a:extLst>
          </p:cNvPr>
          <p:cNvSpPr>
            <a:spLocks noGrp="1"/>
          </p:cNvSpPr>
          <p:nvPr>
            <p:ph type="ctrTitle"/>
          </p:nvPr>
        </p:nvSpPr>
        <p:spPr>
          <a:xfrm>
            <a:off x="2223343" y="2626777"/>
            <a:ext cx="7745313" cy="1803227"/>
          </a:xfrm>
        </p:spPr>
        <p:txBody>
          <a:bodyPr>
            <a:noAutofit/>
          </a:bodyPr>
          <a:lstStyle/>
          <a:p>
            <a:pPr algn="ctr"/>
            <a:r>
              <a:rPr lang="en-US" sz="13800" dirty="0"/>
              <a:t>Thank </a:t>
            </a:r>
            <a:r>
              <a:rPr lang="en-US" sz="13800" b="1" dirty="0">
                <a:solidFill>
                  <a:schemeClr val="bg1"/>
                </a:solidFill>
              </a:rPr>
              <a:t>You</a:t>
            </a:r>
          </a:p>
        </p:txBody>
      </p:sp>
      <p:pic>
        <p:nvPicPr>
          <p:cNvPr id="6" name="Picture 5">
            <a:extLst>
              <a:ext uri="{FF2B5EF4-FFF2-40B4-BE49-F238E27FC236}">
                <a16:creationId xmlns:a16="http://schemas.microsoft.com/office/drawing/2014/main" id="{F174D2B7-55C7-67E2-96F6-DFA30888466E}"/>
              </a:ext>
            </a:extLst>
          </p:cNvPr>
          <p:cNvPicPr>
            <a:picLocks noChangeAspect="1"/>
          </p:cNvPicPr>
          <p:nvPr/>
        </p:nvPicPr>
        <p:blipFill>
          <a:blip r:embed="rId3"/>
          <a:stretch>
            <a:fillRect/>
          </a:stretch>
        </p:blipFill>
        <p:spPr>
          <a:xfrm>
            <a:off x="180000" y="180000"/>
            <a:ext cx="1411915" cy="1260000"/>
          </a:xfrm>
          <a:prstGeom prst="rect">
            <a:avLst/>
          </a:prstGeom>
        </p:spPr>
      </p:pic>
    </p:spTree>
    <p:extLst>
      <p:ext uri="{BB962C8B-B14F-4D97-AF65-F5344CB8AC3E}">
        <p14:creationId xmlns:p14="http://schemas.microsoft.com/office/powerpoint/2010/main" val="4244708257"/>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6">
      <a:majorFont>
        <a:latin typeface="Agency FB"/>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01558_3D PowerPoint (Hubble Telescope model)_wac_SL_V2" id="{8FAF1455-86BD-4393-B5F2-CC2B89B27074}" vid="{31F7FC5D-4E2C-4016-A80E-6C79199FF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B0A49F-C218-4AC3-AC01-E53A81E65400}">
  <ds:schemaRefs>
    <ds:schemaRef ds:uri="http://www.w3.org/XML/1998/namespace"/>
    <ds:schemaRef ds:uri="http://schemas.microsoft.com/office/infopath/2007/PartnerControls"/>
    <ds:schemaRef ds:uri="http://schemas.microsoft.com/sharepoint/v3"/>
    <ds:schemaRef ds:uri="http://schemas.microsoft.com/office/2006/documentManagement/types"/>
    <ds:schemaRef ds:uri="http://schemas.openxmlformats.org/package/2006/metadata/core-properties"/>
    <ds:schemaRef ds:uri="http://purl.org/dc/terms/"/>
    <ds:schemaRef ds:uri="http://purl.org/dc/dcmitype/"/>
    <ds:schemaRef ds:uri="230e9df3-be65-4c73-a93b-d1236ebd677e"/>
    <ds:schemaRef ds:uri="http://purl.org/dc/elements/1.1/"/>
    <ds:schemaRef ds:uri="16c05727-aa75-4e4a-9b5f-8a80a1165891"/>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CAA43C11-1A92-4339-AF1D-8633DDF2B701}">
  <ds:schemaRefs>
    <ds:schemaRef ds:uri="http://schemas.microsoft.com/sharepoint/v3/contenttype/forms"/>
  </ds:schemaRefs>
</ds:datastoreItem>
</file>

<file path=customXml/itemProps3.xml><?xml version="1.0" encoding="utf-8"?>
<ds:datastoreItem xmlns:ds="http://schemas.openxmlformats.org/officeDocument/2006/customXml" ds:itemID="{C9A2B631-D4A2-41D7-AF04-82AE81DB98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 PowerPoint (Hubble Telescope model)</Template>
  <TotalTime>105</TotalTime>
  <Words>789</Words>
  <Application>Microsoft Office PowerPoint</Application>
  <PresentationFormat>Widescreen</PresentationFormat>
  <Paragraphs>69</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Agency FB</vt:lpstr>
      <vt:lpstr>Arial</vt:lpstr>
      <vt:lpstr>Calibri</vt:lpstr>
      <vt:lpstr>Segoe UI Light</vt:lpstr>
      <vt:lpstr>Custom</vt:lpstr>
      <vt:lpstr>Team name: XDevs</vt:lpstr>
      <vt:lpstr>Team Member Details:</vt:lpstr>
      <vt:lpstr>Project Idea Overview</vt:lpstr>
      <vt:lpstr>Uniqueness &amp; Problem Solving</vt:lpstr>
      <vt:lpstr>Core Capabilities:</vt:lpstr>
      <vt:lpstr>System flow diagram:</vt:lpstr>
      <vt:lpstr>Architecture diagram:</vt:lpstr>
      <vt:lpstr>Technology Stack: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Manjeet Gupta</dc:creator>
  <cp:lastModifiedBy>Manjeet Gupta</cp:lastModifiedBy>
  <cp:revision>3</cp:revision>
  <dcterms:created xsi:type="dcterms:W3CDTF">2025-07-09T02:36:16Z</dcterms:created>
  <dcterms:modified xsi:type="dcterms:W3CDTF">2025-07-09T04:44:19Z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